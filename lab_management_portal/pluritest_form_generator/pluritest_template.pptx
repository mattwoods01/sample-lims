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1" r:id="rId4"/>
  </p:sldMasterIdLst>
  <p:notesMasterIdLst>
    <p:notesMasterId r:id="rId13"/>
  </p:notesMasterIdLst>
  <p:handoutMasterIdLst>
    <p:handoutMasterId r:id="rId14"/>
  </p:handoutMasterIdLst>
  <p:sldIdLst>
    <p:sldId id="2144" r:id="rId5"/>
    <p:sldId id="2145" r:id="rId6"/>
    <p:sldId id="2146" r:id="rId7"/>
    <p:sldId id="2131" r:id="rId8"/>
    <p:sldId id="2132" r:id="rId9"/>
    <p:sldId id="2134" r:id="rId10"/>
    <p:sldId id="2143" r:id="rId11"/>
    <p:sldId id="214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397373-E850-9A9D-4DDE-95A363363279}" name="Merzouk, Sarra" initials="MS" userId="S::sarra.merzouk@thermofisher.com::7efe00de-4192-45c9-aef8-43e286456d9d" providerId="AD"/>
  <p188:author id="{740C7179-71BB-79CA-8435-B03001122C87}" name="Willems, Erik" initials="WE" userId="S::erik.willems@thermofisher.com::e97f2836-ac9e-4fd0-b4e2-2b24bfca913c" providerId="AD"/>
  <p188:author id="{B220A39B-7121-1619-6B6E-4787FF802884}" name="Mir, Rateb" initials="MR" userId="S::rateb.mir@thermofisher.com::f2a33f91-7503-42d5-ba02-007e4f4d3bc5" providerId="AD"/>
  <p188:author id="{EEFAD3D1-46D7-1238-6082-3C8A16755633}" name="Hernandez, Melissa E." initials="HME" userId="S::melissa.hernandez2@thermofisher.com::17e2ed36-b369-4820-b0be-fd14dab11c9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1314"/>
    <a:srgbClr val="5E5618"/>
    <a:srgbClr val="767676"/>
    <a:srgbClr val="E71316"/>
    <a:srgbClr val="471D6F"/>
    <a:srgbClr val="74080B"/>
    <a:srgbClr val="84772D"/>
    <a:srgbClr val="22355E"/>
    <a:srgbClr val="A19332"/>
    <a:srgbClr val="C3B1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89"/>
    <p:restoredTop sz="94800"/>
  </p:normalViewPr>
  <p:slideViewPr>
    <p:cSldViewPr snapToGrid="0">
      <p:cViewPr varScale="1">
        <p:scale>
          <a:sx n="207" d="100"/>
          <a:sy n="207" d="100"/>
        </p:scale>
        <p:origin x="1384"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68" d="100"/>
          <a:sy n="168" d="100"/>
        </p:scale>
        <p:origin x="664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andez, Melissa E." userId="17e2ed36-b369-4820-b0be-fd14dab11c9f" providerId="ADAL" clId="{1B988375-BC01-488D-82D1-88143786E5D8}"/>
    <pc:docChg chg="modSld">
      <pc:chgData name="Hernandez, Melissa E." userId="17e2ed36-b369-4820-b0be-fd14dab11c9f" providerId="ADAL" clId="{1B988375-BC01-488D-82D1-88143786E5D8}" dt="2023-07-17T19:53:06.136" v="92" actId="20577"/>
      <pc:docMkLst>
        <pc:docMk/>
      </pc:docMkLst>
      <pc:sldChg chg="modSp mod">
        <pc:chgData name="Hernandez, Melissa E." userId="17e2ed36-b369-4820-b0be-fd14dab11c9f" providerId="ADAL" clId="{1B988375-BC01-488D-82D1-88143786E5D8}" dt="2023-07-17T19:48:14.930" v="16" actId="20577"/>
        <pc:sldMkLst>
          <pc:docMk/>
          <pc:sldMk cId="3799958993" sldId="2132"/>
        </pc:sldMkLst>
        <pc:spChg chg="mod">
          <ac:chgData name="Hernandez, Melissa E." userId="17e2ed36-b369-4820-b0be-fd14dab11c9f" providerId="ADAL" clId="{1B988375-BC01-488D-82D1-88143786E5D8}" dt="2023-07-17T19:48:14.930" v="16" actId="20577"/>
          <ac:spMkLst>
            <pc:docMk/>
            <pc:sldMk cId="3799958993" sldId="2132"/>
            <ac:spMk id="5" creationId="{FF7BD6FF-65A4-2EF4-DEA7-429CEEF4E15E}"/>
          </ac:spMkLst>
        </pc:spChg>
        <pc:spChg chg="mod">
          <ac:chgData name="Hernandez, Melissa E." userId="17e2ed36-b369-4820-b0be-fd14dab11c9f" providerId="ADAL" clId="{1B988375-BC01-488D-82D1-88143786E5D8}" dt="2023-07-17T19:46:32.982" v="0" actId="20577"/>
          <ac:spMkLst>
            <pc:docMk/>
            <pc:sldMk cId="3799958993" sldId="2132"/>
            <ac:spMk id="6" creationId="{80F8CFBA-9098-F07E-4A77-72A1B9BF50EA}"/>
          </ac:spMkLst>
        </pc:spChg>
        <pc:spChg chg="mod">
          <ac:chgData name="Hernandez, Melissa E." userId="17e2ed36-b369-4820-b0be-fd14dab11c9f" providerId="ADAL" clId="{1B988375-BC01-488D-82D1-88143786E5D8}" dt="2023-07-17T19:46:35.227" v="1" actId="20577"/>
          <ac:spMkLst>
            <pc:docMk/>
            <pc:sldMk cId="3799958993" sldId="2132"/>
            <ac:spMk id="7" creationId="{4550BB0B-7D81-2CB1-49EC-5965D7334B72}"/>
          </ac:spMkLst>
        </pc:spChg>
      </pc:sldChg>
      <pc:sldChg chg="modSp mod">
        <pc:chgData name="Hernandez, Melissa E." userId="17e2ed36-b369-4820-b0be-fd14dab11c9f" providerId="ADAL" clId="{1B988375-BC01-488D-82D1-88143786E5D8}" dt="2023-07-17T19:49:27.758" v="60" actId="20577"/>
        <pc:sldMkLst>
          <pc:docMk/>
          <pc:sldMk cId="1197247114" sldId="2134"/>
        </pc:sldMkLst>
        <pc:spChg chg="mod">
          <ac:chgData name="Hernandez, Melissa E." userId="17e2ed36-b369-4820-b0be-fd14dab11c9f" providerId="ADAL" clId="{1B988375-BC01-488D-82D1-88143786E5D8}" dt="2023-07-17T19:49:27.758" v="60" actId="20577"/>
          <ac:spMkLst>
            <pc:docMk/>
            <pc:sldMk cId="1197247114" sldId="2134"/>
            <ac:spMk id="6" creationId="{055142AD-6219-F631-56F5-59A5962E0FB7}"/>
          </ac:spMkLst>
        </pc:spChg>
      </pc:sldChg>
      <pc:sldChg chg="modSp mod">
        <pc:chgData name="Hernandez, Melissa E." userId="17e2ed36-b369-4820-b0be-fd14dab11c9f" providerId="ADAL" clId="{1B988375-BC01-488D-82D1-88143786E5D8}" dt="2023-07-17T19:53:06.136" v="92" actId="20577"/>
        <pc:sldMkLst>
          <pc:docMk/>
          <pc:sldMk cId="2344888676" sldId="2140"/>
        </pc:sldMkLst>
        <pc:spChg chg="mod">
          <ac:chgData name="Hernandez, Melissa E." userId="17e2ed36-b369-4820-b0be-fd14dab11c9f" providerId="ADAL" clId="{1B988375-BC01-488D-82D1-88143786E5D8}" dt="2023-07-17T19:53:06.136" v="92" actId="20577"/>
          <ac:spMkLst>
            <pc:docMk/>
            <pc:sldMk cId="2344888676" sldId="2140"/>
            <ac:spMk id="7" creationId="{218B0C61-72A6-4B2B-955B-AB639A352E7A}"/>
          </ac:spMkLst>
        </pc:spChg>
      </pc:sldChg>
      <pc:sldChg chg="modSp mod">
        <pc:chgData name="Hernandez, Melissa E." userId="17e2ed36-b369-4820-b0be-fd14dab11c9f" providerId="ADAL" clId="{1B988375-BC01-488D-82D1-88143786E5D8}" dt="2023-07-17T19:48:23.148" v="31" actId="20577"/>
        <pc:sldMkLst>
          <pc:docMk/>
          <pc:sldMk cId="4250663142" sldId="2142"/>
        </pc:sldMkLst>
        <pc:spChg chg="mod">
          <ac:chgData name="Hernandez, Melissa E." userId="17e2ed36-b369-4820-b0be-fd14dab11c9f" providerId="ADAL" clId="{1B988375-BC01-488D-82D1-88143786E5D8}" dt="2023-07-17T19:48:23.148" v="31" actId="20577"/>
          <ac:spMkLst>
            <pc:docMk/>
            <pc:sldMk cId="4250663142" sldId="2142"/>
            <ac:spMk id="10" creationId="{58DCE72F-BF05-B090-1B71-2FF5ED0ABF4A}"/>
          </ac:spMkLst>
        </pc:spChg>
      </pc:sldChg>
      <pc:sldChg chg="modSp mod">
        <pc:chgData name="Hernandez, Melissa E." userId="17e2ed36-b369-4820-b0be-fd14dab11c9f" providerId="ADAL" clId="{1B988375-BC01-488D-82D1-88143786E5D8}" dt="2023-07-17T19:52:59.112" v="90" actId="20577"/>
        <pc:sldMkLst>
          <pc:docMk/>
          <pc:sldMk cId="1289904639" sldId="2143"/>
        </pc:sldMkLst>
        <pc:spChg chg="mod">
          <ac:chgData name="Hernandez, Melissa E." userId="17e2ed36-b369-4820-b0be-fd14dab11c9f" providerId="ADAL" clId="{1B988375-BC01-488D-82D1-88143786E5D8}" dt="2023-07-17T19:52:59.112" v="90" actId="20577"/>
          <ac:spMkLst>
            <pc:docMk/>
            <pc:sldMk cId="1289904639" sldId="2143"/>
            <ac:spMk id="6" creationId="{055142AD-6219-F631-56F5-59A5962E0FB7}"/>
          </ac:spMkLst>
        </pc:spChg>
      </pc:sldChg>
    </pc:docChg>
  </pc:docChgLst>
  <pc:docChgLst>
    <pc:chgData name="Hernandez, Melissa E." userId="17e2ed36-b369-4820-b0be-fd14dab11c9f" providerId="ADAL" clId="{99E9210E-E8CB-4C8B-90F9-67A6E836F59F}"/>
    <pc:docChg chg="modSld">
      <pc:chgData name="Hernandez, Melissa E." userId="17e2ed36-b369-4820-b0be-fd14dab11c9f" providerId="ADAL" clId="{99E9210E-E8CB-4C8B-90F9-67A6E836F59F}" dt="2023-08-31T18:55:54.822" v="3" actId="20577"/>
      <pc:docMkLst>
        <pc:docMk/>
      </pc:docMkLst>
      <pc:sldChg chg="modSp mod">
        <pc:chgData name="Hernandez, Melissa E." userId="17e2ed36-b369-4820-b0be-fd14dab11c9f" providerId="ADAL" clId="{99E9210E-E8CB-4C8B-90F9-67A6E836F59F}" dt="2023-08-31T18:55:51.400" v="1" actId="20577"/>
        <pc:sldMkLst>
          <pc:docMk/>
          <pc:sldMk cId="1197247114" sldId="2134"/>
        </pc:sldMkLst>
        <pc:spChg chg="mod">
          <ac:chgData name="Hernandez, Melissa E." userId="17e2ed36-b369-4820-b0be-fd14dab11c9f" providerId="ADAL" clId="{99E9210E-E8CB-4C8B-90F9-67A6E836F59F}" dt="2023-08-31T18:55:51.400" v="1" actId="20577"/>
          <ac:spMkLst>
            <pc:docMk/>
            <pc:sldMk cId="1197247114" sldId="2134"/>
            <ac:spMk id="2" creationId="{E7713226-0EED-26A7-E273-B28B494D822A}"/>
          </ac:spMkLst>
        </pc:spChg>
      </pc:sldChg>
      <pc:sldChg chg="modSp mod">
        <pc:chgData name="Hernandez, Melissa E." userId="17e2ed36-b369-4820-b0be-fd14dab11c9f" providerId="ADAL" clId="{99E9210E-E8CB-4C8B-90F9-67A6E836F59F}" dt="2023-08-31T18:55:54.822" v="3" actId="20577"/>
        <pc:sldMkLst>
          <pc:docMk/>
          <pc:sldMk cId="1289904639" sldId="2143"/>
        </pc:sldMkLst>
        <pc:spChg chg="mod">
          <ac:chgData name="Hernandez, Melissa E." userId="17e2ed36-b369-4820-b0be-fd14dab11c9f" providerId="ADAL" clId="{99E9210E-E8CB-4C8B-90F9-67A6E836F59F}" dt="2023-08-31T18:55:54.822" v="3" actId="20577"/>
          <ac:spMkLst>
            <pc:docMk/>
            <pc:sldMk cId="1289904639" sldId="2143"/>
            <ac:spMk id="2" creationId="{E7713226-0EED-26A7-E273-B28B494D822A}"/>
          </ac:spMkLst>
        </pc:spChg>
      </pc:sldChg>
    </pc:docChg>
  </pc:docChgLst>
  <pc:docChgLst>
    <pc:chgData name="Hernandez, Melissa E." userId="17e2ed36-b369-4820-b0be-fd14dab11c9f" providerId="ADAL" clId="{DD7188E1-687F-4990-8818-81408A605903}"/>
    <pc:docChg chg="custSel delSld modSld">
      <pc:chgData name="Hernandez, Melissa E." userId="17e2ed36-b369-4820-b0be-fd14dab11c9f" providerId="ADAL" clId="{DD7188E1-687F-4990-8818-81408A605903}" dt="2023-04-28T21:04:22.023" v="91"/>
      <pc:docMkLst>
        <pc:docMk/>
      </pc:docMkLst>
      <pc:sldChg chg="modSp mod modTransition delCm modCm">
        <pc:chgData name="Hernandez, Melissa E." userId="17e2ed36-b369-4820-b0be-fd14dab11c9f" providerId="ADAL" clId="{DD7188E1-687F-4990-8818-81408A605903}" dt="2023-04-13T20:46:39.216" v="57" actId="14100"/>
        <pc:sldMkLst>
          <pc:docMk/>
          <pc:sldMk cId="3799958993" sldId="2132"/>
        </pc:sldMkLst>
        <pc:spChg chg="mod">
          <ac:chgData name="Hernandez, Melissa E." userId="17e2ed36-b369-4820-b0be-fd14dab11c9f" providerId="ADAL" clId="{DD7188E1-687F-4990-8818-81408A605903}" dt="2023-04-13T20:46:29.155" v="50" actId="1036"/>
          <ac:spMkLst>
            <pc:docMk/>
            <pc:sldMk cId="3799958993" sldId="2132"/>
            <ac:spMk id="6" creationId="{80F8CFBA-9098-F07E-4A77-72A1B9BF50EA}"/>
          </ac:spMkLst>
        </pc:spChg>
        <pc:spChg chg="mod">
          <ac:chgData name="Hernandez, Melissa E." userId="17e2ed36-b369-4820-b0be-fd14dab11c9f" providerId="ADAL" clId="{DD7188E1-687F-4990-8818-81408A605903}" dt="2023-04-13T20:46:29.155" v="50" actId="1036"/>
          <ac:spMkLst>
            <pc:docMk/>
            <pc:sldMk cId="3799958993" sldId="2132"/>
            <ac:spMk id="7" creationId="{4550BB0B-7D81-2CB1-49EC-5965D7334B72}"/>
          </ac:spMkLst>
        </pc:spChg>
        <pc:spChg chg="mod">
          <ac:chgData name="Hernandez, Melissa E." userId="17e2ed36-b369-4820-b0be-fd14dab11c9f" providerId="ADAL" clId="{DD7188E1-687F-4990-8818-81408A605903}" dt="2023-04-13T20:46:23.637" v="45" actId="1036"/>
          <ac:spMkLst>
            <pc:docMk/>
            <pc:sldMk cId="3799958993" sldId="2132"/>
            <ac:spMk id="15" creationId="{5B066EBB-040D-B54F-6B88-2FCBE18C5800}"/>
          </ac:spMkLst>
        </pc:spChg>
        <pc:spChg chg="mod">
          <ac:chgData name="Hernandez, Melissa E." userId="17e2ed36-b369-4820-b0be-fd14dab11c9f" providerId="ADAL" clId="{DD7188E1-687F-4990-8818-81408A605903}" dt="2023-04-13T20:46:32.897" v="55" actId="1036"/>
          <ac:spMkLst>
            <pc:docMk/>
            <pc:sldMk cId="3799958993" sldId="2132"/>
            <ac:spMk id="20" creationId="{2B0AC76C-E8EC-0031-7F40-7D58B2CB1910}"/>
          </ac:spMkLst>
        </pc:spChg>
        <pc:cxnChg chg="mod">
          <ac:chgData name="Hernandez, Melissa E." userId="17e2ed36-b369-4820-b0be-fd14dab11c9f" providerId="ADAL" clId="{DD7188E1-687F-4990-8818-81408A605903}" dt="2023-04-13T20:46:36.470" v="56" actId="14100"/>
          <ac:cxnSpMkLst>
            <pc:docMk/>
            <pc:sldMk cId="3799958993" sldId="2132"/>
            <ac:cxnSpMk id="10" creationId="{1EB9A48B-EC49-92D0-D761-4FEEA7400862}"/>
          </ac:cxnSpMkLst>
        </pc:cxnChg>
        <pc:cxnChg chg="mod">
          <ac:chgData name="Hernandez, Melissa E." userId="17e2ed36-b369-4820-b0be-fd14dab11c9f" providerId="ADAL" clId="{DD7188E1-687F-4990-8818-81408A605903}" dt="2023-04-13T20:46:39.216" v="57" actId="14100"/>
          <ac:cxnSpMkLst>
            <pc:docMk/>
            <pc:sldMk cId="3799958993" sldId="2132"/>
            <ac:cxnSpMk id="12" creationId="{B4EC9EE2-76A5-E96E-BA00-E472EB04361A}"/>
          </ac:cxnSpMkLst>
        </pc:cxnChg>
        <pc:extLst>
          <p:ext xmlns:p="http://schemas.openxmlformats.org/presentationml/2006/main" uri="{D6D511B9-2390-475A-947B-AFAB55BFBCF1}">
            <pc226:cmChg xmlns:pc226="http://schemas.microsoft.com/office/powerpoint/2022/06/main/command" chg="del mod">
              <pc226:chgData name="Hernandez, Melissa E." userId="17e2ed36-b369-4820-b0be-fd14dab11c9f" providerId="ADAL" clId="{DD7188E1-687F-4990-8818-81408A605903}" dt="2023-04-13T20:45:04.757" v="14"/>
              <pc2:cmMkLst xmlns:pc2="http://schemas.microsoft.com/office/powerpoint/2019/9/main/command">
                <pc:docMk/>
                <pc:sldMk cId="3799958993" sldId="2132"/>
                <pc2:cmMk id="{1E01EB18-334E-4EEF-92F2-E0A062BC79BA}"/>
              </pc2:cmMkLst>
            </pc226:cmChg>
            <pc226:cmChg xmlns:pc226="http://schemas.microsoft.com/office/powerpoint/2022/06/main/command" chg="del">
              <pc226:chgData name="Hernandez, Melissa E." userId="17e2ed36-b369-4820-b0be-fd14dab11c9f" providerId="ADAL" clId="{DD7188E1-687F-4990-8818-81408A605903}" dt="2023-04-13T20:45:02.901" v="12"/>
              <pc2:cmMkLst xmlns:pc2="http://schemas.microsoft.com/office/powerpoint/2019/9/main/command">
                <pc:docMk/>
                <pc:sldMk cId="3799958993" sldId="2132"/>
                <pc2:cmMk id="{840E261D-4B0E-4C36-822B-96CFC7AD1C97}"/>
              </pc2:cmMkLst>
            </pc226:cmChg>
            <pc226:cmChg xmlns:pc226="http://schemas.microsoft.com/office/powerpoint/2022/06/main/command" chg="del">
              <pc226:chgData name="Hernandez, Melissa E." userId="17e2ed36-b369-4820-b0be-fd14dab11c9f" providerId="ADAL" clId="{DD7188E1-687F-4990-8818-81408A605903}" dt="2023-04-13T20:45:05.632" v="15"/>
              <pc2:cmMkLst xmlns:pc2="http://schemas.microsoft.com/office/powerpoint/2019/9/main/command">
                <pc:docMk/>
                <pc:sldMk cId="3799958993" sldId="2132"/>
                <pc2:cmMk id="{B682783A-C93E-44AF-8AD3-F05F71C6839D}"/>
              </pc2:cmMkLst>
            </pc226:cmChg>
            <pc226:cmChg xmlns:pc226="http://schemas.microsoft.com/office/powerpoint/2022/06/main/command" chg="del">
              <pc226:chgData name="Hernandez, Melissa E." userId="17e2ed36-b369-4820-b0be-fd14dab11c9f" providerId="ADAL" clId="{DD7188E1-687F-4990-8818-81408A605903}" dt="2023-04-13T20:45:00.054" v="10"/>
              <pc2:cmMkLst xmlns:pc2="http://schemas.microsoft.com/office/powerpoint/2019/9/main/command">
                <pc:docMk/>
                <pc:sldMk cId="3799958993" sldId="2132"/>
                <pc2:cmMk id="{424BBE3F-22FA-4EA4-A228-EA5CEA4A8129}"/>
              </pc2:cmMkLst>
            </pc226:cmChg>
            <pc226:cmChg xmlns:pc226="http://schemas.microsoft.com/office/powerpoint/2022/06/main/command" chg="del">
              <pc226:chgData name="Hernandez, Melissa E." userId="17e2ed36-b369-4820-b0be-fd14dab11c9f" providerId="ADAL" clId="{DD7188E1-687F-4990-8818-81408A605903}" dt="2023-04-13T20:45:03.990" v="13"/>
              <pc2:cmMkLst xmlns:pc2="http://schemas.microsoft.com/office/powerpoint/2019/9/main/command">
                <pc:docMk/>
                <pc:sldMk cId="3799958993" sldId="2132"/>
                <pc2:cmMk id="{8EF0C5B2-5A39-4559-A651-081B74062D24}"/>
              </pc2:cmMkLst>
            </pc226:cmChg>
            <pc226:cmChg xmlns:pc226="http://schemas.microsoft.com/office/powerpoint/2022/06/main/command" chg="del">
              <pc226:chgData name="Hernandez, Melissa E." userId="17e2ed36-b369-4820-b0be-fd14dab11c9f" providerId="ADAL" clId="{DD7188E1-687F-4990-8818-81408A605903}" dt="2023-04-13T20:44:59.063" v="9"/>
              <pc2:cmMkLst xmlns:pc2="http://schemas.microsoft.com/office/powerpoint/2019/9/main/command">
                <pc:docMk/>
                <pc:sldMk cId="3799958993" sldId="2132"/>
                <pc2:cmMk id="{999BBFE2-5624-41FC-86DF-5468EFC79179}"/>
              </pc2:cmMkLst>
            </pc226:cmChg>
            <pc226:cmChg xmlns:pc226="http://schemas.microsoft.com/office/powerpoint/2022/06/main/command" chg="del">
              <pc226:chgData name="Hernandez, Melissa E." userId="17e2ed36-b369-4820-b0be-fd14dab11c9f" providerId="ADAL" clId="{DD7188E1-687F-4990-8818-81408A605903}" dt="2023-04-13T20:45:01.313" v="11"/>
              <pc2:cmMkLst xmlns:pc2="http://schemas.microsoft.com/office/powerpoint/2019/9/main/command">
                <pc:docMk/>
                <pc:sldMk cId="3799958993" sldId="2132"/>
                <pc2:cmMk id="{C6B714E9-4805-4290-86CD-0ACD27327133}"/>
              </pc2:cmMkLst>
            </pc226:cmChg>
          </p:ext>
        </pc:extLst>
      </pc:sldChg>
      <pc:sldChg chg="delCm modCm">
        <pc:chgData name="Hernandez, Melissa E." userId="17e2ed36-b369-4820-b0be-fd14dab11c9f" providerId="ADAL" clId="{DD7188E1-687F-4990-8818-81408A605903}" dt="2023-04-13T20:47:41.483" v="62"/>
        <pc:sldMkLst>
          <pc:docMk/>
          <pc:sldMk cId="1197247114" sldId="2134"/>
        </pc:sldMkLst>
        <pc:extLst>
          <p:ext xmlns:p="http://schemas.openxmlformats.org/presentationml/2006/main" uri="{D6D511B9-2390-475A-947B-AFAB55BFBCF1}">
            <pc226:cmChg xmlns:pc226="http://schemas.microsoft.com/office/powerpoint/2022/06/main/command" chg="del">
              <pc226:chgData name="Hernandez, Melissa E." userId="17e2ed36-b369-4820-b0be-fd14dab11c9f" providerId="ADAL" clId="{DD7188E1-687F-4990-8818-81408A605903}" dt="2023-04-13T20:47:41.483" v="62"/>
              <pc2:cmMkLst xmlns:pc2="http://schemas.microsoft.com/office/powerpoint/2019/9/main/command">
                <pc:docMk/>
                <pc:sldMk cId="1197247114" sldId="2134"/>
                <pc2:cmMk id="{E45D262E-76FB-4763-8F96-32D68ADFFE24}"/>
              </pc2:cmMkLst>
            </pc226:cmChg>
            <pc226:cmChg xmlns:pc226="http://schemas.microsoft.com/office/powerpoint/2022/06/main/command" chg="del">
              <pc226:chgData name="Hernandez, Melissa E." userId="17e2ed36-b369-4820-b0be-fd14dab11c9f" providerId="ADAL" clId="{DD7188E1-687F-4990-8818-81408A605903}" dt="2023-04-13T20:47:40.276" v="61"/>
              <pc2:cmMkLst xmlns:pc2="http://schemas.microsoft.com/office/powerpoint/2019/9/main/command">
                <pc:docMk/>
                <pc:sldMk cId="1197247114" sldId="2134"/>
                <pc2:cmMk id="{76021E52-D106-48C4-9C5E-E9A23F1A9F81}"/>
              </pc2:cmMkLst>
            </pc226:cmChg>
            <pc226:cmChg xmlns:pc226="http://schemas.microsoft.com/office/powerpoint/2022/06/main/command" chg="del">
              <pc226:chgData name="Hernandez, Melissa E." userId="17e2ed36-b369-4820-b0be-fd14dab11c9f" providerId="ADAL" clId="{DD7188E1-687F-4990-8818-81408A605903}" dt="2023-04-13T20:47:38.582" v="59"/>
              <pc2:cmMkLst xmlns:pc2="http://schemas.microsoft.com/office/powerpoint/2019/9/main/command">
                <pc:docMk/>
                <pc:sldMk cId="1197247114" sldId="2134"/>
                <pc2:cmMk id="{B018FDE6-7613-468A-9844-87CEC1674510}"/>
              </pc2:cmMkLst>
            </pc226:cmChg>
            <pc226:cmChg xmlns:pc226="http://schemas.microsoft.com/office/powerpoint/2022/06/main/command" chg="del">
              <pc226:chgData name="Hernandez, Melissa E." userId="17e2ed36-b369-4820-b0be-fd14dab11c9f" providerId="ADAL" clId="{DD7188E1-687F-4990-8818-81408A605903}" dt="2023-04-13T20:47:39.585" v="60"/>
              <pc2:cmMkLst xmlns:pc2="http://schemas.microsoft.com/office/powerpoint/2019/9/main/command">
                <pc:docMk/>
                <pc:sldMk cId="1197247114" sldId="2134"/>
                <pc2:cmMk id="{A69705F8-BDF9-4420-B464-FFA7B7970D06}"/>
              </pc2:cmMkLst>
            </pc226:cmChg>
          </p:ext>
        </pc:extLst>
      </pc:sldChg>
      <pc:sldChg chg="delCm">
        <pc:chgData name="Hernandez, Melissa E." userId="17e2ed36-b369-4820-b0be-fd14dab11c9f" providerId="ADAL" clId="{DD7188E1-687F-4990-8818-81408A605903}" dt="2023-04-13T20:46:53.165" v="58"/>
        <pc:sldMkLst>
          <pc:docMk/>
          <pc:sldMk cId="4250663142" sldId="2142"/>
        </pc:sldMkLst>
        <pc:extLst>
          <p:ext xmlns:p="http://schemas.openxmlformats.org/presentationml/2006/main" uri="{D6D511B9-2390-475A-947B-AFAB55BFBCF1}">
            <pc226:cmChg xmlns:pc226="http://schemas.microsoft.com/office/powerpoint/2022/06/main/command" chg="del">
              <pc226:chgData name="Hernandez, Melissa E." userId="17e2ed36-b369-4820-b0be-fd14dab11c9f" providerId="ADAL" clId="{DD7188E1-687F-4990-8818-81408A605903}" dt="2023-04-13T20:46:53.165" v="58"/>
              <pc2:cmMkLst xmlns:pc2="http://schemas.microsoft.com/office/powerpoint/2019/9/main/command">
                <pc:docMk/>
                <pc:sldMk cId="4250663142" sldId="2142"/>
                <pc2:cmMk id="{CB57BC7E-526E-4697-A5D1-438E4A40A021}"/>
              </pc2:cmMkLst>
            </pc226:cmChg>
          </p:ext>
        </pc:extLst>
      </pc:sldChg>
      <pc:sldChg chg="modSp mod delCm modCm">
        <pc:chgData name="Hernandez, Melissa E." userId="17e2ed36-b369-4820-b0be-fd14dab11c9f" providerId="ADAL" clId="{DD7188E1-687F-4990-8818-81408A605903}" dt="2023-04-28T21:04:22.023" v="91"/>
        <pc:sldMkLst>
          <pc:docMk/>
          <pc:sldMk cId="1289904639" sldId="2143"/>
        </pc:sldMkLst>
        <pc:spChg chg="mod">
          <ac:chgData name="Hernandez, Melissa E." userId="17e2ed36-b369-4820-b0be-fd14dab11c9f" providerId="ADAL" clId="{DD7188E1-687F-4990-8818-81408A605903}" dt="2023-04-13T20:48:37.304" v="90" actId="20577"/>
          <ac:spMkLst>
            <pc:docMk/>
            <pc:sldMk cId="1289904639" sldId="2143"/>
            <ac:spMk id="6" creationId="{055142AD-6219-F631-56F5-59A5962E0FB7}"/>
          </ac:spMkLst>
        </pc:spChg>
        <pc:extLst>
          <p:ext xmlns:p="http://schemas.openxmlformats.org/presentationml/2006/main" uri="{D6D511B9-2390-475A-947B-AFAB55BFBCF1}">
            <pc226:cmChg xmlns:pc226="http://schemas.microsoft.com/office/powerpoint/2022/06/main/command" chg="del mod">
              <pc226:chgData name="Hernandez, Melissa E." userId="17e2ed36-b369-4820-b0be-fd14dab11c9f" providerId="ADAL" clId="{DD7188E1-687F-4990-8818-81408A605903}" dt="2023-04-28T21:04:22.023" v="91"/>
              <pc2:cmMkLst xmlns:pc2="http://schemas.microsoft.com/office/powerpoint/2019/9/main/command">
                <pc:docMk/>
                <pc:sldMk cId="1289904639" sldId="2143"/>
                <pc2:cmMk id="{64325588-5E1A-428A-A102-828243574380}"/>
              </pc2:cmMkLst>
            </pc226:cmChg>
          </p:ext>
        </pc:extLst>
      </pc:sldChg>
      <pc:sldChg chg="del">
        <pc:chgData name="Hernandez, Melissa E." userId="17e2ed36-b369-4820-b0be-fd14dab11c9f" providerId="ADAL" clId="{DD7188E1-687F-4990-8818-81408A605903}" dt="2023-04-13T20:48:31.803" v="89" actId="2696"/>
        <pc:sldMkLst>
          <pc:docMk/>
          <pc:sldMk cId="793298530" sldId="2145"/>
        </pc:sldMkLst>
      </pc:sldChg>
    </pc:docChg>
  </pc:docChgLst>
  <pc:docChgLst>
    <pc:chgData name="Merzouk, Sarra" userId="7efe00de-4192-45c9-aef8-43e286456d9d" providerId="ADAL" clId="{48E96580-2CE1-4C8C-A66F-749C7CF2B9E0}"/>
    <pc:docChg chg="modSld">
      <pc:chgData name="Merzouk, Sarra" userId="7efe00de-4192-45c9-aef8-43e286456d9d" providerId="ADAL" clId="{48E96580-2CE1-4C8C-A66F-749C7CF2B9E0}" dt="2023-04-04T16:28:54.446" v="4"/>
      <pc:docMkLst>
        <pc:docMk/>
      </pc:docMkLst>
      <pc:sldChg chg="modSp mod">
        <pc:chgData name="Merzouk, Sarra" userId="7efe00de-4192-45c9-aef8-43e286456d9d" providerId="ADAL" clId="{48E96580-2CE1-4C8C-A66F-749C7CF2B9E0}" dt="2023-04-04T16:27:13.093" v="2" actId="120"/>
        <pc:sldMkLst>
          <pc:docMk/>
          <pc:sldMk cId="3308263178" sldId="404"/>
        </pc:sldMkLst>
        <pc:spChg chg="mod">
          <ac:chgData name="Merzouk, Sarra" userId="7efe00de-4192-45c9-aef8-43e286456d9d" providerId="ADAL" clId="{48E96580-2CE1-4C8C-A66F-749C7CF2B9E0}" dt="2023-04-04T16:27:13.093" v="2" actId="120"/>
          <ac:spMkLst>
            <pc:docMk/>
            <pc:sldMk cId="3308263178" sldId="404"/>
            <ac:spMk id="7" creationId="{829661AB-2727-9246-B6BA-043F30FD1834}"/>
          </ac:spMkLst>
        </pc:spChg>
      </pc:sldChg>
      <pc:sldChg chg="modCm">
        <pc:chgData name="Merzouk, Sarra" userId="7efe00de-4192-45c9-aef8-43e286456d9d" providerId="ADAL" clId="{48E96580-2CE1-4C8C-A66F-749C7CF2B9E0}" dt="2023-04-04T16:26:19.529" v="0"/>
        <pc:sldMkLst>
          <pc:docMk/>
          <pc:sldMk cId="4250663142" sldId="2142"/>
        </pc:sldMkLst>
      </pc:sldChg>
      <pc:sldChg chg="modCm">
        <pc:chgData name="Merzouk, Sarra" userId="7efe00de-4192-45c9-aef8-43e286456d9d" providerId="ADAL" clId="{48E96580-2CE1-4C8C-A66F-749C7CF2B9E0}" dt="2023-04-04T16:28:54.446" v="4"/>
        <pc:sldMkLst>
          <pc:docMk/>
          <pc:sldMk cId="793298530" sldId="21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DD2D10-3FEC-F54B-B50B-D697183420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1D5D5D3-3C21-4F45-8B4A-1D939AEA7D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052BB0-1A15-7C48-B3CA-112E40890915}" type="datetimeFigureOut">
              <a:rPr lang="en-US" smtClean="0"/>
              <a:t>7/16/24</a:t>
            </a:fld>
            <a:endParaRPr lang="en-US"/>
          </a:p>
        </p:txBody>
      </p:sp>
      <p:sp>
        <p:nvSpPr>
          <p:cNvPr id="4" name="Footer Placeholder 3">
            <a:extLst>
              <a:ext uri="{FF2B5EF4-FFF2-40B4-BE49-F238E27FC236}">
                <a16:creationId xmlns:a16="http://schemas.microsoft.com/office/drawing/2014/main" id="{668EA9B2-1BA6-014F-ACBE-F9E77B4195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5805B2E-E420-144D-B0B7-A2CF11D1E3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A171B7-7380-AD4F-8771-5DA705385427}" type="slidenum">
              <a:rPr lang="en-US" smtClean="0"/>
              <a:t>‹#›</a:t>
            </a:fld>
            <a:endParaRPr lang="en-US"/>
          </a:p>
        </p:txBody>
      </p:sp>
    </p:spTree>
    <p:extLst>
      <p:ext uri="{BB962C8B-B14F-4D97-AF65-F5344CB8AC3E}">
        <p14:creationId xmlns:p14="http://schemas.microsoft.com/office/powerpoint/2010/main" val="3526622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4C8631-ED1E-9948-A907-B94A85DD2013}" type="datetimeFigureOut">
              <a:rPr lang="en-US" smtClean="0"/>
              <a:t>7/16/24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BF975-AA5D-424C-B259-1BB0C7806E29}" type="slidenum">
              <a:rPr lang="en-US" smtClean="0"/>
              <a:t>‹#›</a:t>
            </a:fld>
            <a:endParaRPr lang="en-US"/>
          </a:p>
        </p:txBody>
      </p:sp>
    </p:spTree>
    <p:extLst>
      <p:ext uri="{BB962C8B-B14F-4D97-AF65-F5344CB8AC3E}">
        <p14:creationId xmlns:p14="http://schemas.microsoft.com/office/powerpoint/2010/main" val="1377164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1BF975-AA5D-424C-B259-1BB0C7806E29}" type="slidenum">
              <a:rPr lang="en-US" smtClean="0"/>
              <a:t>1</a:t>
            </a:fld>
            <a:endParaRPr lang="en-US"/>
          </a:p>
        </p:txBody>
      </p:sp>
    </p:spTree>
    <p:extLst>
      <p:ext uri="{BB962C8B-B14F-4D97-AF65-F5344CB8AC3E}">
        <p14:creationId xmlns:p14="http://schemas.microsoft.com/office/powerpoint/2010/main" val="15651160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5560459" y="1"/>
            <a:ext cx="6631541" cy="68579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304799" y="0"/>
            <a:ext cx="2427681" cy="1044934"/>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83193" y="5970590"/>
            <a:ext cx="5053203" cy="441233"/>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dirty="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gr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304801" y="1726100"/>
            <a:ext cx="5791199"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dirty="0" err="1"/>
              <a:t>PluriTest</a:t>
            </a:r>
            <a:r>
              <a:rPr lang="en-US" sz="2800" baseline="30000" dirty="0" err="1"/>
              <a:t>TM</a:t>
            </a:r>
            <a:r>
              <a:rPr lang="en-US" baseline="30000" dirty="0"/>
              <a:t> </a:t>
            </a:r>
            <a:r>
              <a:rPr lang="en-US" dirty="0"/>
              <a:t>Report</a:t>
            </a:r>
          </a:p>
        </p:txBody>
      </p:sp>
      <p:sp>
        <p:nvSpPr>
          <p:cNvPr id="4" name="Text Placeholder 3">
            <a:extLst>
              <a:ext uri="{FF2B5EF4-FFF2-40B4-BE49-F238E27FC236}">
                <a16:creationId xmlns:a16="http://schemas.microsoft.com/office/drawing/2014/main" id="{0B6E971E-EE2D-679F-5FDD-EE92A06612FE}"/>
              </a:ext>
            </a:extLst>
          </p:cNvPr>
          <p:cNvSpPr>
            <a:spLocks noGrp="1"/>
          </p:cNvSpPr>
          <p:nvPr>
            <p:ph type="body" sz="quarter" idx="13"/>
          </p:nvPr>
        </p:nvSpPr>
        <p:spPr>
          <a:xfrm>
            <a:off x="304799" y="3935615"/>
            <a:ext cx="2941900" cy="248633"/>
          </a:xfrm>
        </p:spPr>
        <p:txBody>
          <a:bodyPr>
            <a:noAutofit/>
          </a:bodyPr>
          <a:lstStyle>
            <a:lvl1pPr marL="0" indent="0">
              <a:buNone/>
              <a:defRPr sz="1400"/>
            </a:lvl1pPr>
            <a:lvl2pPr marL="234950" indent="0">
              <a:buFont typeface="Arial" panose="020B0604020202020204" pitchFamily="34" charset="0"/>
              <a:buNone/>
              <a:defRPr/>
            </a:lvl2pPr>
            <a:lvl3pPr marL="463550" indent="0">
              <a:buNone/>
              <a:defRPr/>
            </a:lvl3pPr>
            <a:lvl4pPr marL="690563" indent="0">
              <a:buNone/>
              <a:defRPr/>
            </a:lvl4pPr>
            <a:lvl5pPr marL="922337" indent="0">
              <a:buNone/>
              <a:defRPr/>
            </a:lvl5pPr>
          </a:lstStyle>
          <a:p>
            <a:pPr lvl="0"/>
            <a:endParaRPr lang="en-US" dirty="0"/>
          </a:p>
        </p:txBody>
      </p:sp>
    </p:spTree>
    <p:extLst>
      <p:ext uri="{BB962C8B-B14F-4D97-AF65-F5344CB8AC3E}">
        <p14:creationId xmlns:p14="http://schemas.microsoft.com/office/powerpoint/2010/main" val="4192292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300226" y="812044"/>
            <a:ext cx="11591547" cy="381001"/>
          </a:xfrm>
          <a:prstGeom prst="rect">
            <a:avLst/>
          </a:prstGeom>
        </p:spPr>
        <p:txBody>
          <a:bodyPr lIns="0" tIns="0" rIns="0" bIns="0" anchor="t">
            <a:noAutofit/>
          </a:bodyPr>
          <a:lstStyle>
            <a:lvl1pPr marL="0" indent="0">
              <a:buNone/>
              <a:defRPr sz="1200">
                <a:solidFill>
                  <a:schemeClr val="tx1"/>
                </a:solidFill>
              </a:defRPr>
            </a:lvl1pPr>
          </a:lstStyle>
          <a:p>
            <a:pPr lvl="0"/>
            <a:r>
              <a:rPr lang="en-US" dirty="0"/>
              <a:t>Click to add </a:t>
            </a:r>
            <a:r>
              <a:rPr lang="en-US" dirty="0" err="1"/>
              <a:t>subheader</a:t>
            </a:r>
            <a:endParaRPr lang="en-US" dirty="0"/>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304797" y="6055756"/>
            <a:ext cx="11582401"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a:t>
            </a:r>
          </a:p>
        </p:txBody>
      </p:sp>
    </p:spTree>
    <p:extLst>
      <p:ext uri="{BB962C8B-B14F-4D97-AF65-F5344CB8AC3E}">
        <p14:creationId xmlns:p14="http://schemas.microsoft.com/office/powerpoint/2010/main" val="227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744">
          <p15:clr>
            <a:srgbClr val="FBAE40"/>
          </p15:clr>
        </p15:guide>
        <p15:guide id="3" pos="39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hasCustomPrompt="1"/>
          </p:nvPr>
        </p:nvSpPr>
        <p:spPr/>
        <p:txBody>
          <a:bodyPr/>
          <a:lstStyle>
            <a:lvl1pPr>
              <a:defRPr>
                <a:solidFill>
                  <a:schemeClr val="tx2"/>
                </a:solidFill>
              </a:defRPr>
            </a:lvl1pPr>
          </a:lstStyle>
          <a:p>
            <a:r>
              <a:rPr lang="en-US" dirty="0">
                <a:solidFill>
                  <a:srgbClr val="FF0000"/>
                </a:solidFill>
              </a:rPr>
              <a:t>Summary of Services</a:t>
            </a:r>
            <a:endParaRPr lang="en-US" dirty="0"/>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6" name="Text Placeholder 5">
            <a:extLst>
              <a:ext uri="{FF2B5EF4-FFF2-40B4-BE49-F238E27FC236}">
                <a16:creationId xmlns:a16="http://schemas.microsoft.com/office/drawing/2014/main" id="{0194BC06-597E-C913-42D8-973DF9781794}"/>
              </a:ext>
            </a:extLst>
          </p:cNvPr>
          <p:cNvSpPr>
            <a:spLocks noGrp="1"/>
          </p:cNvSpPr>
          <p:nvPr>
            <p:ph type="body" sz="quarter" idx="11"/>
          </p:nvPr>
        </p:nvSpPr>
        <p:spPr>
          <a:xfrm>
            <a:off x="304800" y="1015671"/>
            <a:ext cx="11570825" cy="234394"/>
          </a:xfrm>
        </p:spPr>
        <p:txBody>
          <a:bodyPr>
            <a:normAutofit/>
          </a:bodyPr>
          <a:lstStyle>
            <a:lvl1pPr marL="0" indent="0">
              <a:buNone/>
              <a:defRPr sz="1200"/>
            </a:lvl1pPr>
          </a:lstStyle>
          <a:p>
            <a:pPr lvl="0"/>
            <a:endParaRPr lang="en-US" dirty="0"/>
          </a:p>
        </p:txBody>
      </p:sp>
    </p:spTree>
    <p:extLst>
      <p:ext uri="{BB962C8B-B14F-4D97-AF65-F5344CB8AC3E}">
        <p14:creationId xmlns:p14="http://schemas.microsoft.com/office/powerpoint/2010/main" val="2507817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hasCustomPrompt="1"/>
          </p:nvPr>
        </p:nvSpPr>
        <p:spPr/>
        <p:txBody>
          <a:bodyPr/>
          <a:lstStyle>
            <a:lvl1pPr>
              <a:defRPr>
                <a:solidFill>
                  <a:schemeClr val="tx2"/>
                </a:solidFill>
              </a:defRPr>
            </a:lvl1pPr>
          </a:lstStyle>
          <a:p>
            <a:r>
              <a:rPr lang="en-US" b="1" dirty="0" err="1">
                <a:solidFill>
                  <a:srgbClr val="FF0000"/>
                </a:solidFill>
              </a:rPr>
              <a:t>PluriTest</a:t>
            </a:r>
            <a:r>
              <a:rPr lang="en-US" b="1" baseline="30000" dirty="0" err="1">
                <a:solidFill>
                  <a:srgbClr val="FF0000"/>
                </a:solidFill>
              </a:rPr>
              <a:t>TM</a:t>
            </a:r>
            <a:r>
              <a:rPr lang="en-US" b="1" dirty="0">
                <a:solidFill>
                  <a:srgbClr val="FF0000"/>
                </a:solidFill>
              </a:rPr>
              <a:t> Results</a:t>
            </a:r>
            <a:endParaRPr lang="en-US" dirty="0"/>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300038" y="961918"/>
            <a:ext cx="6377462" cy="444406"/>
          </a:xfrm>
        </p:spPr>
        <p:txBody>
          <a:bodyPr>
            <a:noAutofit/>
          </a:bodyPr>
          <a:lstStyle>
            <a:lvl1pPr marL="457200" indent="-457200">
              <a:buFont typeface="+mj-lt"/>
              <a:buAutoNum type="arabicPeriod"/>
              <a:defRPr sz="1200"/>
            </a:lvl1pPr>
            <a:lvl2pPr marL="577850" indent="-342900">
              <a:buFont typeface="+mj-lt"/>
              <a:buAutoNum type="arabicPeriod"/>
              <a:defRPr sz="1100"/>
            </a:lvl2pPr>
            <a:lvl3pPr marL="806450" indent="-342900">
              <a:buFont typeface="+mj-lt"/>
              <a:buAutoNum type="arabicPeriod"/>
              <a:defRPr sz="1000"/>
            </a:lvl3pPr>
            <a:lvl4pPr marL="919163" indent="-228600">
              <a:buFont typeface="+mj-lt"/>
              <a:buAutoNum type="arabicPeriod"/>
              <a:defRPr sz="900"/>
            </a:lvl4pPr>
            <a:lvl5pPr marL="1150937" indent="-228600">
              <a:buFont typeface="+mj-lt"/>
              <a:buAutoNum type="arabicPeriod"/>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781F6623-B754-DD64-6B23-D4B50B3F8633}"/>
              </a:ext>
            </a:extLst>
          </p:cNvPr>
          <p:cNvSpPr txBox="1"/>
          <p:nvPr userDrawn="1"/>
        </p:nvSpPr>
        <p:spPr>
          <a:xfrm>
            <a:off x="300038" y="5297663"/>
            <a:ext cx="5795962" cy="784830"/>
          </a:xfrm>
          <a:prstGeom prst="rect">
            <a:avLst/>
          </a:prstGeom>
          <a:noFill/>
        </p:spPr>
        <p:txBody>
          <a:bodyPr wrap="square" rtlCol="0">
            <a:spAutoFit/>
          </a:bodyPr>
          <a:lstStyle/>
          <a:p>
            <a:pPr algn="just"/>
            <a:r>
              <a:rPr lang="en-US" sz="900" b="1" dirty="0"/>
              <a:t>Table 1: PluriTest™ results</a:t>
            </a:r>
            <a:r>
              <a:rPr lang="en-US" sz="900" dirty="0"/>
              <a:t>. The samples were analyzed using an algorithm that integrates gene expression data to authenticate pluripotency status. Samples are screened against samples in the stem cell database and given a pluripotency score (</a:t>
            </a:r>
            <a:r>
              <a:rPr lang="en-US" sz="900" dirty="0" err="1"/>
              <a:t>PluriCor</a:t>
            </a:r>
            <a:r>
              <a:rPr lang="en-US" sz="900" dirty="0"/>
              <a:t>) and novelty score (</a:t>
            </a:r>
            <a:r>
              <a:rPr lang="en-US" sz="900" dirty="0" err="1"/>
              <a:t>NovelCor</a:t>
            </a:r>
            <a:r>
              <a:rPr lang="en-US" sz="900" dirty="0"/>
              <a:t>), which are shown in the table. Pass shows a clear pluripotency signature. Fail means the samples are not pluripotent. A non-iPSC sample was used in this experiment to serve as a negative control for non-pluripotency.</a:t>
            </a:r>
          </a:p>
        </p:txBody>
      </p:sp>
      <p:sp>
        <p:nvSpPr>
          <p:cNvPr id="9" name="TextBox 8">
            <a:extLst>
              <a:ext uri="{FF2B5EF4-FFF2-40B4-BE49-F238E27FC236}">
                <a16:creationId xmlns:a16="http://schemas.microsoft.com/office/drawing/2014/main" id="{BD565829-7D6A-C1FD-F21C-D3DC9D6D3487}"/>
              </a:ext>
            </a:extLst>
          </p:cNvPr>
          <p:cNvSpPr txBox="1"/>
          <p:nvPr userDrawn="1"/>
        </p:nvSpPr>
        <p:spPr>
          <a:xfrm>
            <a:off x="2979602" y="6498153"/>
            <a:ext cx="6377462" cy="215444"/>
          </a:xfrm>
          <a:prstGeom prst="rect">
            <a:avLst/>
          </a:prstGeom>
          <a:noFill/>
        </p:spPr>
        <p:txBody>
          <a:bodyPr wrap="square" rtlCol="0">
            <a:spAutoFit/>
          </a:bodyPr>
          <a:lstStyle/>
          <a:p>
            <a:r>
              <a:rPr lang="en-US" sz="800" i="1" dirty="0"/>
              <a:t>Disclaimer: This assay was conducted solely for the listed investigator/institution. The results of this assay are for research use only. </a:t>
            </a:r>
            <a:endParaRPr lang="en-US" sz="800" dirty="0"/>
          </a:p>
        </p:txBody>
      </p:sp>
      <p:sp>
        <p:nvSpPr>
          <p:cNvPr id="11" name="TextBox 10">
            <a:extLst>
              <a:ext uri="{FF2B5EF4-FFF2-40B4-BE49-F238E27FC236}">
                <a16:creationId xmlns:a16="http://schemas.microsoft.com/office/drawing/2014/main" id="{65D9F0C3-BEA9-B5D2-A83B-032E93B4BC04}"/>
              </a:ext>
            </a:extLst>
          </p:cNvPr>
          <p:cNvSpPr txBox="1"/>
          <p:nvPr userDrawn="1"/>
        </p:nvSpPr>
        <p:spPr>
          <a:xfrm>
            <a:off x="6546772" y="5298705"/>
            <a:ext cx="5406778" cy="923330"/>
          </a:xfrm>
          <a:prstGeom prst="rect">
            <a:avLst/>
          </a:prstGeom>
          <a:noFill/>
        </p:spPr>
        <p:txBody>
          <a:bodyPr wrap="square" rtlCol="0">
            <a:spAutoFit/>
          </a:bodyPr>
          <a:lstStyle/>
          <a:p>
            <a:pPr algn="just"/>
            <a:r>
              <a:rPr lang="en-US" sz="900" b="1" dirty="0"/>
              <a:t>Figure 1:</a:t>
            </a:r>
            <a:r>
              <a:rPr lang="en-US" sz="900" dirty="0"/>
              <a:t> </a:t>
            </a:r>
            <a:r>
              <a:rPr lang="en-US" sz="900" b="1" dirty="0"/>
              <a:t>Pluripotency Plot. </a:t>
            </a:r>
            <a:r>
              <a:rPr lang="en-US" sz="900" dirty="0"/>
              <a:t>The pluripotency plot window provides a visual representation of the tested samples in the analysis. The pluripotency and novelty x/y scatter plot combines the pluripotency score on the y-axis with the novelty score on the x-axis. The red and blue background hint to the empirical distribution of the pluripotent (red) and non-pluripotent (blue) samples in the reference data set. The distribution of the samples (Table 1) can be seen in the above figure. A non-iPSC sample was included in this experiment to serve as a negative control representing non-pluripotency.</a:t>
            </a:r>
          </a:p>
        </p:txBody>
      </p:sp>
      <p:sp>
        <p:nvSpPr>
          <p:cNvPr id="6" name="Picture Placeholder 5">
            <a:extLst>
              <a:ext uri="{FF2B5EF4-FFF2-40B4-BE49-F238E27FC236}">
                <a16:creationId xmlns:a16="http://schemas.microsoft.com/office/drawing/2014/main" id="{7C55964D-3CF3-80DE-25D4-2CF096EB49E6}"/>
              </a:ext>
            </a:extLst>
          </p:cNvPr>
          <p:cNvSpPr>
            <a:spLocks noGrp="1"/>
          </p:cNvSpPr>
          <p:nvPr>
            <p:ph type="pic" sz="quarter" idx="16"/>
          </p:nvPr>
        </p:nvSpPr>
        <p:spPr>
          <a:xfrm>
            <a:off x="7095281" y="961919"/>
            <a:ext cx="4294208" cy="4060668"/>
          </a:xfrm>
        </p:spPr>
        <p:txBody>
          <a:bodyPr/>
          <a:lstStyle>
            <a:lvl1pPr marL="0" indent="0">
              <a:buNone/>
              <a:defRPr/>
            </a:lvl1pPr>
          </a:lstStyle>
          <a:p>
            <a:endParaRPr lang="en-US" dirty="0"/>
          </a:p>
        </p:txBody>
      </p:sp>
      <p:sp>
        <p:nvSpPr>
          <p:cNvPr id="10" name="Table Placeholder 9">
            <a:extLst>
              <a:ext uri="{FF2B5EF4-FFF2-40B4-BE49-F238E27FC236}">
                <a16:creationId xmlns:a16="http://schemas.microsoft.com/office/drawing/2014/main" id="{95CA0B4B-8FDF-07A4-9CAB-EFF7F88ED604}"/>
              </a:ext>
            </a:extLst>
          </p:cNvPr>
          <p:cNvSpPr>
            <a:spLocks noGrp="1"/>
          </p:cNvSpPr>
          <p:nvPr>
            <p:ph type="tbl" sz="quarter" idx="17"/>
          </p:nvPr>
        </p:nvSpPr>
        <p:spPr>
          <a:xfrm>
            <a:off x="463500" y="1570819"/>
            <a:ext cx="5469037" cy="3195441"/>
          </a:xfrm>
        </p:spPr>
        <p:txBody>
          <a:bodyPr/>
          <a:lstStyle>
            <a:lvl1pPr marL="0" indent="0">
              <a:buNone/>
              <a:defRPr/>
            </a:lvl1pPr>
          </a:lstStyle>
          <a:p>
            <a:endParaRPr lang="en-US" dirty="0"/>
          </a:p>
        </p:txBody>
      </p:sp>
    </p:spTree>
    <p:extLst>
      <p:ext uri="{BB962C8B-B14F-4D97-AF65-F5344CB8AC3E}">
        <p14:creationId xmlns:p14="http://schemas.microsoft.com/office/powerpoint/2010/main" val="202079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304800" y="1447800"/>
            <a:ext cx="5638796"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6248398" y="1447800"/>
            <a:ext cx="5638799"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Tree>
    <p:extLst>
      <p:ext uri="{BB962C8B-B14F-4D97-AF65-F5344CB8AC3E}">
        <p14:creationId xmlns:p14="http://schemas.microsoft.com/office/powerpoint/2010/main" val="229564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2"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1447800"/>
            <a:ext cx="3657603"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6254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91542"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3512047"/>
            <a:ext cx="3657603"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300226" y="1466405"/>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4262626" y="1459723"/>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8227308" y="1466404"/>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4114800" y="1474646"/>
            <a:ext cx="3968496" cy="4581107"/>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762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1" y="4083050"/>
            <a:ext cx="12191999" cy="2774950"/>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914400" rtl="0" eaLnBrk="1" fontAlgn="auto" latinLnBrk="0" hangingPunct="1">
              <a:lnSpc>
                <a:spcPct val="120000"/>
              </a:lnSpc>
              <a:spcBef>
                <a:spcPts val="600"/>
              </a:spcBef>
              <a:spcAft>
                <a:spcPts val="0"/>
              </a:spcAft>
              <a:buClrTx/>
              <a:buSzTx/>
              <a:buFontTx/>
              <a:buNone/>
              <a:tabLst/>
              <a:defRPr lang="en-US" sz="1400">
                <a:solidFill>
                  <a:schemeClr val="tx1"/>
                </a:solidFill>
              </a:defRPr>
            </a:lvl1pPr>
          </a:lstStyle>
          <a:p>
            <a:pPr marL="411480" marR="0" lvl="0" indent="-411480" algn="ctr" defTabSz="914400" rtl="0" eaLnBrk="1" fontAlgn="auto" latinLnBrk="0" hangingPunct="1">
              <a:lnSpc>
                <a:spcPct val="120000"/>
              </a:lnSpc>
              <a:spcBef>
                <a:spcPts val="60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304800"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4267201"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8229594" y="1447800"/>
            <a:ext cx="3657603"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342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3742192"/>
            <a:ext cx="6096000" cy="1071062"/>
          </a:xfrm>
          <a:solidFill>
            <a:schemeClr val="bg1"/>
          </a:solidFill>
        </p:spPr>
        <p:txBody>
          <a:bodyPr wrap="square" lIns="292608" tIns="201168" rIns="292608" bIns="91440" anchor="b">
            <a:spAutoFit/>
          </a:bodyPr>
          <a:lstStyle>
            <a:lvl1pPr marL="0" indent="0">
              <a:lnSpc>
                <a:spcPct val="90000"/>
              </a:lnSpc>
              <a:buNone/>
              <a:defRPr sz="28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4813254"/>
            <a:ext cx="6096000" cy="630814"/>
          </a:xfrm>
          <a:solidFill>
            <a:schemeClr val="bg1"/>
          </a:solidFill>
        </p:spPr>
        <p:txBody>
          <a:bodyPr wrap="square" lIns="292608" tIns="91440" rIns="292608" bIns="201168" anchor="t">
            <a:spAutoFit/>
          </a:bodyPr>
          <a:lstStyle>
            <a:lvl1pPr marL="0" marR="0" indent="0" algn="l" defTabSz="914400" rtl="0" eaLnBrk="1" fontAlgn="auto" latinLnBrk="0" hangingPunct="1">
              <a:lnSpc>
                <a:spcPct val="100000"/>
              </a:lnSpc>
              <a:spcBef>
                <a:spcPts val="200"/>
              </a:spcBef>
              <a:spcAft>
                <a:spcPts val="0"/>
              </a:spcAft>
              <a:buClr>
                <a:schemeClr val="tx2"/>
              </a:buClr>
              <a:buSzPct val="100000"/>
              <a:buFont typeface="Arial" panose="020B0604020202020204" pitchFamily="34" charset="0"/>
              <a:buNone/>
              <a:tabLst/>
              <a:defRPr lang="en-US" sz="2000" b="0" kern="1200" dirty="0">
                <a:solidFill>
                  <a:schemeClr val="tx1"/>
                </a:solidFill>
                <a:latin typeface="+mn-lt"/>
                <a:ea typeface="+mn-ea"/>
                <a:cs typeface="+mn-cs"/>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3263114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9244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esentation Bumper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11" name="Content Placeholder 4">
            <a:extLst>
              <a:ext uri="{FF2B5EF4-FFF2-40B4-BE49-F238E27FC236}">
                <a16:creationId xmlns:a16="http://schemas.microsoft.com/office/drawing/2014/main" id="{5E675396-361D-4C4F-961B-32575A28C59F}"/>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a:solidFill>
                  <a:schemeClr val="bg1"/>
                </a:solidFill>
              </a:rPr>
              <a:t>Custom message…</a:t>
            </a:r>
            <a:endParaRPr lang="en-US" sz="2000">
              <a:solidFill>
                <a:schemeClr val="bg1"/>
              </a:solidFill>
            </a:endParaRPr>
          </a:p>
        </p:txBody>
      </p:sp>
      <p:sp>
        <p:nvSpPr>
          <p:cNvPr id="3" name="Text Placeholder 2">
            <a:extLst>
              <a:ext uri="{FF2B5EF4-FFF2-40B4-BE49-F238E27FC236}">
                <a16:creationId xmlns:a16="http://schemas.microsoft.com/office/drawing/2014/main" id="{DDAE7E53-8C39-DD45-A216-C6791770FA49}"/>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a:t>Custom…</a:t>
            </a:r>
          </a:p>
        </p:txBody>
      </p:sp>
    </p:spTree>
    <p:extLst>
      <p:ext uri="{BB962C8B-B14F-4D97-AF65-F5344CB8AC3E}">
        <p14:creationId xmlns:p14="http://schemas.microsoft.com/office/powerpoint/2010/main" val="1836973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sentation Bumper (Re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B3035E9-1E30-4A65-87BF-D87723B7387D}"/>
              </a:ext>
            </a:extLst>
          </p:cNvPr>
          <p:cNvGrpSpPr/>
          <p:nvPr userDrawn="1"/>
        </p:nvGrpSpPr>
        <p:grpSpPr>
          <a:xfrm>
            <a:off x="9662260" y="818784"/>
            <a:ext cx="2529740" cy="6039216"/>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20" name="Content Placeholder 4">
            <a:extLst>
              <a:ext uri="{FF2B5EF4-FFF2-40B4-BE49-F238E27FC236}">
                <a16:creationId xmlns:a16="http://schemas.microsoft.com/office/drawing/2014/main" id="{20350945-012E-8845-8F5F-AD0E66DE7739}"/>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a:solidFill>
                  <a:schemeClr val="bg1"/>
                </a:solidFill>
              </a:rPr>
              <a:t>Custom message…</a:t>
            </a:r>
            <a:endParaRPr lang="en-US" sz="2000">
              <a:solidFill>
                <a:schemeClr val="bg1"/>
              </a:solidFill>
            </a:endParaRPr>
          </a:p>
        </p:txBody>
      </p:sp>
      <p:sp>
        <p:nvSpPr>
          <p:cNvPr id="21" name="Text Placeholder 2">
            <a:extLst>
              <a:ext uri="{FF2B5EF4-FFF2-40B4-BE49-F238E27FC236}">
                <a16:creationId xmlns:a16="http://schemas.microsoft.com/office/drawing/2014/main" id="{1F2724B9-ABB6-0B48-8CBE-4DC2424568F8}"/>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a:t>Custom…</a:t>
            </a:r>
          </a:p>
        </p:txBody>
      </p:sp>
    </p:spTree>
    <p:extLst>
      <p:ext uri="{BB962C8B-B14F-4D97-AF65-F5344CB8AC3E}">
        <p14:creationId xmlns:p14="http://schemas.microsoft.com/office/powerpoint/2010/main" val="149220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lvl1pPr>
              <a:defRPr>
                <a:solidFill>
                  <a:schemeClr val="tx2"/>
                </a:solidFill>
              </a:defRPr>
            </a:lvl1pPr>
          </a:lstStyle>
          <a:p>
            <a:r>
              <a:rPr lang="en-US"/>
              <a:t>Master slide column guide</a:t>
            </a:r>
          </a:p>
        </p:txBody>
      </p:sp>
      <p:sp>
        <p:nvSpPr>
          <p:cNvPr id="347" name="Rectangle 346">
            <a:extLst>
              <a:ext uri="{FF2B5EF4-FFF2-40B4-BE49-F238E27FC236}">
                <a16:creationId xmlns:a16="http://schemas.microsoft.com/office/drawing/2014/main" id="{2A515182-556A-4148-919D-DA6C41B2B82A}"/>
              </a:ext>
            </a:extLst>
          </p:cNvPr>
          <p:cNvSpPr/>
          <p:nvPr userDrawn="1"/>
        </p:nvSpPr>
        <p:spPr>
          <a:xfrm>
            <a:off x="152400" y="5297034"/>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4114800" y="5297033"/>
            <a:ext cx="39624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8077200" y="5297033"/>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7" name="Rectangle 376">
            <a:extLst>
              <a:ext uri="{FF2B5EF4-FFF2-40B4-BE49-F238E27FC236}">
                <a16:creationId xmlns:a16="http://schemas.microsoft.com/office/drawing/2014/main" id="{409746C0-0633-8440-B5CF-DE04D82AFA84}"/>
              </a:ext>
            </a:extLst>
          </p:cNvPr>
          <p:cNvSpPr/>
          <p:nvPr userDrawn="1"/>
        </p:nvSpPr>
        <p:spPr>
          <a:xfrm>
            <a:off x="152400" y="4655679"/>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31242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6096000" y="4655678"/>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90678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3" name="Rectangle 412">
            <a:extLst>
              <a:ext uri="{FF2B5EF4-FFF2-40B4-BE49-F238E27FC236}">
                <a16:creationId xmlns:a16="http://schemas.microsoft.com/office/drawing/2014/main" id="{3C0DCD00-016C-8249-9E41-079096AFB3A6}"/>
              </a:ext>
            </a:extLst>
          </p:cNvPr>
          <p:cNvSpPr/>
          <p:nvPr userDrawn="1"/>
        </p:nvSpPr>
        <p:spPr>
          <a:xfrm>
            <a:off x="152400" y="4019094"/>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252984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490728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728472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966216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5" name="Rectangle 434">
            <a:extLst>
              <a:ext uri="{FF2B5EF4-FFF2-40B4-BE49-F238E27FC236}">
                <a16:creationId xmlns:a16="http://schemas.microsoft.com/office/drawing/2014/main" id="{168AE306-A0D3-924E-88F9-CBCC203C5193}"/>
              </a:ext>
            </a:extLst>
          </p:cNvPr>
          <p:cNvSpPr/>
          <p:nvPr userDrawn="1"/>
        </p:nvSpPr>
        <p:spPr>
          <a:xfrm>
            <a:off x="152400" y="5943601"/>
            <a:ext cx="59436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6096000" y="5943600"/>
            <a:ext cx="59436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4" name="Rectangle 473">
            <a:extLst>
              <a:ext uri="{FF2B5EF4-FFF2-40B4-BE49-F238E27FC236}">
                <a16:creationId xmlns:a16="http://schemas.microsoft.com/office/drawing/2014/main" id="{2E39ADA9-047C-064C-B38A-58491F27D38A}"/>
              </a:ext>
            </a:extLst>
          </p:cNvPr>
          <p:cNvSpPr/>
          <p:nvPr userDrawn="1"/>
        </p:nvSpPr>
        <p:spPr>
          <a:xfrm>
            <a:off x="152400" y="3336769"/>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21336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41148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60960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80772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100584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3336768"/>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304800" y="3126887"/>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304800" y="3823113"/>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304800" y="4456624"/>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304800" y="5094905"/>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304800" y="5751326"/>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userDrawn="1">
            <p:ph type="sldNum" sz="quarter" idx="10"/>
          </p:nvPr>
        </p:nvSpPr>
        <p:spPr>
          <a:xfrm>
            <a:off x="1" y="6553200"/>
            <a:ext cx="304799" cy="3047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userDrawn="1">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300227" y="876301"/>
            <a:ext cx="11586972" cy="5676899"/>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2083982" y="1584073"/>
            <a:ext cx="8024037" cy="1628059"/>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sz="180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grpSp>
        <p:nvGrpSpPr>
          <p:cNvPr id="181" name="Group 180">
            <a:extLst>
              <a:ext uri="{FF2B5EF4-FFF2-40B4-BE49-F238E27FC236}">
                <a16:creationId xmlns:a16="http://schemas.microsoft.com/office/drawing/2014/main" id="{17B7CBAA-697B-9947-AD1C-C40235244B0F}"/>
              </a:ext>
            </a:extLst>
          </p:cNvPr>
          <p:cNvGrpSpPr/>
          <p:nvPr userDrawn="1"/>
        </p:nvGrpSpPr>
        <p:grpSpPr>
          <a:xfrm>
            <a:off x="3963407" y="3336768"/>
            <a:ext cx="304800" cy="304800"/>
            <a:chOff x="4748283" y="3386554"/>
            <a:chExt cx="548640" cy="548640"/>
          </a:xfrm>
        </p:grpSpPr>
        <p:sp>
          <p:nvSpPr>
            <p:cNvPr id="182" name="Rectangle 181">
              <a:extLst>
                <a:ext uri="{FF2B5EF4-FFF2-40B4-BE49-F238E27FC236}">
                  <a16:creationId xmlns:a16="http://schemas.microsoft.com/office/drawing/2014/main" id="{A88E0141-6287-F149-9F46-2D66A8545A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3" name="Rectangle 182">
              <a:extLst>
                <a:ext uri="{FF2B5EF4-FFF2-40B4-BE49-F238E27FC236}">
                  <a16:creationId xmlns:a16="http://schemas.microsoft.com/office/drawing/2014/main" id="{53551AF9-97A5-3B4E-AA4D-60D4753217F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4" name="Rectangle 183">
              <a:extLst>
                <a:ext uri="{FF2B5EF4-FFF2-40B4-BE49-F238E27FC236}">
                  <a16:creationId xmlns:a16="http://schemas.microsoft.com/office/drawing/2014/main" id="{5985A5AB-159C-6143-9CC0-F93C575653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5" name="Rectangle 184">
              <a:extLst>
                <a:ext uri="{FF2B5EF4-FFF2-40B4-BE49-F238E27FC236}">
                  <a16:creationId xmlns:a16="http://schemas.microsoft.com/office/drawing/2014/main" id="{298D322F-20C0-4E4A-B870-32AA6455F63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188" name="Group 187">
            <a:extLst>
              <a:ext uri="{FF2B5EF4-FFF2-40B4-BE49-F238E27FC236}">
                <a16:creationId xmlns:a16="http://schemas.microsoft.com/office/drawing/2014/main" id="{D2D85B8E-D7B2-0945-9AB6-7468F6721FA3}"/>
              </a:ext>
            </a:extLst>
          </p:cNvPr>
          <p:cNvGrpSpPr/>
          <p:nvPr userDrawn="1"/>
        </p:nvGrpSpPr>
        <p:grpSpPr>
          <a:xfrm>
            <a:off x="7924800" y="3336768"/>
            <a:ext cx="304800" cy="304800"/>
            <a:chOff x="4748283" y="3386554"/>
            <a:chExt cx="548640" cy="548640"/>
          </a:xfrm>
        </p:grpSpPr>
        <p:sp>
          <p:nvSpPr>
            <p:cNvPr id="191" name="Rectangle 190">
              <a:extLst>
                <a:ext uri="{FF2B5EF4-FFF2-40B4-BE49-F238E27FC236}">
                  <a16:creationId xmlns:a16="http://schemas.microsoft.com/office/drawing/2014/main" id="{A975A5EF-01D3-3743-AE47-374A038B61D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2" name="Rectangle 191">
              <a:extLst>
                <a:ext uri="{FF2B5EF4-FFF2-40B4-BE49-F238E27FC236}">
                  <a16:creationId xmlns:a16="http://schemas.microsoft.com/office/drawing/2014/main" id="{E95B4873-B22D-4346-A27E-F0AE11F35C6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3" name="Rectangle 192">
              <a:extLst>
                <a:ext uri="{FF2B5EF4-FFF2-40B4-BE49-F238E27FC236}">
                  <a16:creationId xmlns:a16="http://schemas.microsoft.com/office/drawing/2014/main" id="{7316ECA5-361F-174B-9AA1-C6ADA38E62B2}"/>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4" name="Rectangle 193">
              <a:extLst>
                <a:ext uri="{FF2B5EF4-FFF2-40B4-BE49-F238E27FC236}">
                  <a16:creationId xmlns:a16="http://schemas.microsoft.com/office/drawing/2014/main" id="{7C4536FB-C1EA-B348-A838-B84EFAEBC16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195" name="Group 194">
            <a:extLst>
              <a:ext uri="{FF2B5EF4-FFF2-40B4-BE49-F238E27FC236}">
                <a16:creationId xmlns:a16="http://schemas.microsoft.com/office/drawing/2014/main" id="{E76E31F7-947B-F845-8A9D-EEB5C5547986}"/>
              </a:ext>
            </a:extLst>
          </p:cNvPr>
          <p:cNvGrpSpPr/>
          <p:nvPr userDrawn="1"/>
        </p:nvGrpSpPr>
        <p:grpSpPr>
          <a:xfrm>
            <a:off x="9906000" y="3336768"/>
            <a:ext cx="304800" cy="304800"/>
            <a:chOff x="4748283" y="3386554"/>
            <a:chExt cx="548640" cy="548640"/>
          </a:xfrm>
        </p:grpSpPr>
        <p:sp>
          <p:nvSpPr>
            <p:cNvPr id="196" name="Rectangle 195">
              <a:extLst>
                <a:ext uri="{FF2B5EF4-FFF2-40B4-BE49-F238E27FC236}">
                  <a16:creationId xmlns:a16="http://schemas.microsoft.com/office/drawing/2014/main" id="{316090AB-72DB-D541-B2C2-489BC043E2A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7" name="Rectangle 196">
              <a:extLst>
                <a:ext uri="{FF2B5EF4-FFF2-40B4-BE49-F238E27FC236}">
                  <a16:creationId xmlns:a16="http://schemas.microsoft.com/office/drawing/2014/main" id="{1C58D423-9C9B-0645-8B5E-DFE1512BF94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8" name="Rectangle 197">
              <a:extLst>
                <a:ext uri="{FF2B5EF4-FFF2-40B4-BE49-F238E27FC236}">
                  <a16:creationId xmlns:a16="http://schemas.microsoft.com/office/drawing/2014/main" id="{D5D367F0-F94B-C047-BCC6-C662CD0E311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9" name="Rectangle 198">
              <a:extLst>
                <a:ext uri="{FF2B5EF4-FFF2-40B4-BE49-F238E27FC236}">
                  <a16:creationId xmlns:a16="http://schemas.microsoft.com/office/drawing/2014/main" id="{6644CC31-CD99-5148-A6B5-480C5986B28D}"/>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00" name="Group 199">
            <a:extLst>
              <a:ext uri="{FF2B5EF4-FFF2-40B4-BE49-F238E27FC236}">
                <a16:creationId xmlns:a16="http://schemas.microsoft.com/office/drawing/2014/main" id="{84639A96-D1F9-394C-8893-9264021E1873}"/>
              </a:ext>
            </a:extLst>
          </p:cNvPr>
          <p:cNvGrpSpPr/>
          <p:nvPr userDrawn="1"/>
        </p:nvGrpSpPr>
        <p:grpSpPr>
          <a:xfrm>
            <a:off x="11887200" y="3336768"/>
            <a:ext cx="304800" cy="304800"/>
            <a:chOff x="4748283" y="3386554"/>
            <a:chExt cx="548640" cy="548640"/>
          </a:xfrm>
        </p:grpSpPr>
        <p:sp>
          <p:nvSpPr>
            <p:cNvPr id="201" name="Rectangle 200">
              <a:extLst>
                <a:ext uri="{FF2B5EF4-FFF2-40B4-BE49-F238E27FC236}">
                  <a16:creationId xmlns:a16="http://schemas.microsoft.com/office/drawing/2014/main" id="{26CE27B7-D33C-7C4E-8A41-A84A8332E0E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2" name="Rectangle 201">
              <a:extLst>
                <a:ext uri="{FF2B5EF4-FFF2-40B4-BE49-F238E27FC236}">
                  <a16:creationId xmlns:a16="http://schemas.microsoft.com/office/drawing/2014/main" id="{1B1358A7-AEA5-094F-84EF-501CF65DAA6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3" name="Rectangle 202">
              <a:extLst>
                <a:ext uri="{FF2B5EF4-FFF2-40B4-BE49-F238E27FC236}">
                  <a16:creationId xmlns:a16="http://schemas.microsoft.com/office/drawing/2014/main" id="{734C809D-6E20-4C4B-B459-5AE47AD263B1}"/>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4" name="Rectangle 203">
              <a:extLst>
                <a:ext uri="{FF2B5EF4-FFF2-40B4-BE49-F238E27FC236}">
                  <a16:creationId xmlns:a16="http://schemas.microsoft.com/office/drawing/2014/main" id="{56A56238-E627-0743-8485-6A2EA0E310F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05" name="Group 204">
            <a:extLst>
              <a:ext uri="{FF2B5EF4-FFF2-40B4-BE49-F238E27FC236}">
                <a16:creationId xmlns:a16="http://schemas.microsoft.com/office/drawing/2014/main" id="{04709478-0306-0A4E-9E3D-2285947433B1}"/>
              </a:ext>
            </a:extLst>
          </p:cNvPr>
          <p:cNvGrpSpPr/>
          <p:nvPr userDrawn="1"/>
        </p:nvGrpSpPr>
        <p:grpSpPr>
          <a:xfrm>
            <a:off x="5943600" y="3336768"/>
            <a:ext cx="304800" cy="304800"/>
            <a:chOff x="4748283" y="3386554"/>
            <a:chExt cx="548640" cy="548640"/>
          </a:xfrm>
        </p:grpSpPr>
        <p:sp>
          <p:nvSpPr>
            <p:cNvPr id="206" name="Rectangle 205">
              <a:extLst>
                <a:ext uri="{FF2B5EF4-FFF2-40B4-BE49-F238E27FC236}">
                  <a16:creationId xmlns:a16="http://schemas.microsoft.com/office/drawing/2014/main" id="{4C8FF7EF-2E4F-FD4F-A3A0-75ABC31D936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7" name="Rectangle 206">
              <a:extLst>
                <a:ext uri="{FF2B5EF4-FFF2-40B4-BE49-F238E27FC236}">
                  <a16:creationId xmlns:a16="http://schemas.microsoft.com/office/drawing/2014/main" id="{E4423001-18F4-8747-A453-1E555B4DB43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8" name="Rectangle 207">
              <a:extLst>
                <a:ext uri="{FF2B5EF4-FFF2-40B4-BE49-F238E27FC236}">
                  <a16:creationId xmlns:a16="http://schemas.microsoft.com/office/drawing/2014/main" id="{43CFB934-922B-CA44-B4A3-B5D1EBFF6679}"/>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9" name="Rectangle 208">
              <a:extLst>
                <a:ext uri="{FF2B5EF4-FFF2-40B4-BE49-F238E27FC236}">
                  <a16:creationId xmlns:a16="http://schemas.microsoft.com/office/drawing/2014/main" id="{D3111098-443F-2E42-918A-9F46F3B6FC2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10" name="Group 209">
            <a:extLst>
              <a:ext uri="{FF2B5EF4-FFF2-40B4-BE49-F238E27FC236}">
                <a16:creationId xmlns:a16="http://schemas.microsoft.com/office/drawing/2014/main" id="{057BE225-E017-EA44-B680-33434BD63A6F}"/>
              </a:ext>
            </a:extLst>
          </p:cNvPr>
          <p:cNvGrpSpPr/>
          <p:nvPr userDrawn="1"/>
        </p:nvGrpSpPr>
        <p:grpSpPr>
          <a:xfrm>
            <a:off x="1980193" y="3336768"/>
            <a:ext cx="304800" cy="304800"/>
            <a:chOff x="4748283" y="3386554"/>
            <a:chExt cx="548640" cy="548640"/>
          </a:xfrm>
        </p:grpSpPr>
        <p:sp>
          <p:nvSpPr>
            <p:cNvPr id="211" name="Rectangle 210">
              <a:extLst>
                <a:ext uri="{FF2B5EF4-FFF2-40B4-BE49-F238E27FC236}">
                  <a16:creationId xmlns:a16="http://schemas.microsoft.com/office/drawing/2014/main" id="{05058B38-A7D0-B143-8B3C-BEFC28FA8F3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2" name="Rectangle 211">
              <a:extLst>
                <a:ext uri="{FF2B5EF4-FFF2-40B4-BE49-F238E27FC236}">
                  <a16:creationId xmlns:a16="http://schemas.microsoft.com/office/drawing/2014/main" id="{77CF3B45-6662-4146-986C-179EC7AFF7CF}"/>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FE86D6C-6C45-7848-B1D5-BF0D1DEC280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4" name="Rectangle 213">
              <a:extLst>
                <a:ext uri="{FF2B5EF4-FFF2-40B4-BE49-F238E27FC236}">
                  <a16:creationId xmlns:a16="http://schemas.microsoft.com/office/drawing/2014/main" id="{8CC16F0D-A051-7A49-91A5-5DA02E04F221}"/>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15" name="Group 214">
            <a:extLst>
              <a:ext uri="{FF2B5EF4-FFF2-40B4-BE49-F238E27FC236}">
                <a16:creationId xmlns:a16="http://schemas.microsoft.com/office/drawing/2014/main" id="{D99BC775-8E39-C444-BCEA-DDA72473D4EC}"/>
              </a:ext>
            </a:extLst>
          </p:cNvPr>
          <p:cNvGrpSpPr/>
          <p:nvPr userDrawn="1"/>
        </p:nvGrpSpPr>
        <p:grpSpPr>
          <a:xfrm>
            <a:off x="0" y="4022568"/>
            <a:ext cx="304800" cy="304800"/>
            <a:chOff x="4748283" y="3386554"/>
            <a:chExt cx="548640" cy="548640"/>
          </a:xfrm>
        </p:grpSpPr>
        <p:sp>
          <p:nvSpPr>
            <p:cNvPr id="216" name="Rectangle 215">
              <a:extLst>
                <a:ext uri="{FF2B5EF4-FFF2-40B4-BE49-F238E27FC236}">
                  <a16:creationId xmlns:a16="http://schemas.microsoft.com/office/drawing/2014/main" id="{F9977F6A-6B9E-1C4E-AAC2-46D0DD34D9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7" name="Rectangle 216">
              <a:extLst>
                <a:ext uri="{FF2B5EF4-FFF2-40B4-BE49-F238E27FC236}">
                  <a16:creationId xmlns:a16="http://schemas.microsoft.com/office/drawing/2014/main" id="{72F6DFE7-8D4C-3A47-ABCA-77D6942BC11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8" name="Rectangle 217">
              <a:extLst>
                <a:ext uri="{FF2B5EF4-FFF2-40B4-BE49-F238E27FC236}">
                  <a16:creationId xmlns:a16="http://schemas.microsoft.com/office/drawing/2014/main" id="{898CAABC-824D-8B40-81D5-DB5C7B85FBD3}"/>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9" name="Rectangle 218">
              <a:extLst>
                <a:ext uri="{FF2B5EF4-FFF2-40B4-BE49-F238E27FC236}">
                  <a16:creationId xmlns:a16="http://schemas.microsoft.com/office/drawing/2014/main" id="{401A11D4-F512-4E44-B4EE-35F179DA9F8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20" name="Group 219">
            <a:extLst>
              <a:ext uri="{FF2B5EF4-FFF2-40B4-BE49-F238E27FC236}">
                <a16:creationId xmlns:a16="http://schemas.microsoft.com/office/drawing/2014/main" id="{700A9315-40A9-D84F-9AB7-D39B3E5B9A0F}"/>
              </a:ext>
            </a:extLst>
          </p:cNvPr>
          <p:cNvGrpSpPr/>
          <p:nvPr userDrawn="1"/>
        </p:nvGrpSpPr>
        <p:grpSpPr>
          <a:xfrm>
            <a:off x="11887200" y="4022568"/>
            <a:ext cx="304800" cy="304800"/>
            <a:chOff x="4748283" y="3386554"/>
            <a:chExt cx="548640" cy="548640"/>
          </a:xfrm>
        </p:grpSpPr>
        <p:sp>
          <p:nvSpPr>
            <p:cNvPr id="221" name="Rectangle 220">
              <a:extLst>
                <a:ext uri="{FF2B5EF4-FFF2-40B4-BE49-F238E27FC236}">
                  <a16:creationId xmlns:a16="http://schemas.microsoft.com/office/drawing/2014/main" id="{1DDA8EB4-69B8-454B-A0A8-51EB6909CAB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2" name="Rectangle 221">
              <a:extLst>
                <a:ext uri="{FF2B5EF4-FFF2-40B4-BE49-F238E27FC236}">
                  <a16:creationId xmlns:a16="http://schemas.microsoft.com/office/drawing/2014/main" id="{C98D2229-52B2-4141-9486-B54FFDBC497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3" name="Rectangle 222">
              <a:extLst>
                <a:ext uri="{FF2B5EF4-FFF2-40B4-BE49-F238E27FC236}">
                  <a16:creationId xmlns:a16="http://schemas.microsoft.com/office/drawing/2014/main" id="{97C4CC21-6416-2143-96C8-F6F25E2B1AC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4" name="Rectangle 223">
              <a:extLst>
                <a:ext uri="{FF2B5EF4-FFF2-40B4-BE49-F238E27FC236}">
                  <a16:creationId xmlns:a16="http://schemas.microsoft.com/office/drawing/2014/main" id="{1C12B847-D2B4-884C-8313-F6C7514ABD4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25" name="Group 224">
            <a:extLst>
              <a:ext uri="{FF2B5EF4-FFF2-40B4-BE49-F238E27FC236}">
                <a16:creationId xmlns:a16="http://schemas.microsoft.com/office/drawing/2014/main" id="{B23162C8-AA87-234C-8BFA-54E95C1CB7D8}"/>
              </a:ext>
            </a:extLst>
          </p:cNvPr>
          <p:cNvGrpSpPr/>
          <p:nvPr userDrawn="1"/>
        </p:nvGrpSpPr>
        <p:grpSpPr>
          <a:xfrm>
            <a:off x="0" y="5942808"/>
            <a:ext cx="304800" cy="304800"/>
            <a:chOff x="4748283" y="3386554"/>
            <a:chExt cx="548640" cy="548640"/>
          </a:xfrm>
        </p:grpSpPr>
        <p:sp>
          <p:nvSpPr>
            <p:cNvPr id="226" name="Rectangle 225">
              <a:extLst>
                <a:ext uri="{FF2B5EF4-FFF2-40B4-BE49-F238E27FC236}">
                  <a16:creationId xmlns:a16="http://schemas.microsoft.com/office/drawing/2014/main" id="{843E3B4D-34D5-464E-ACDC-6FA951C726C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7" name="Rectangle 226">
              <a:extLst>
                <a:ext uri="{FF2B5EF4-FFF2-40B4-BE49-F238E27FC236}">
                  <a16:creationId xmlns:a16="http://schemas.microsoft.com/office/drawing/2014/main" id="{45072EF5-19DE-E444-AAA3-70EA825EF3A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8" name="Rectangle 227">
              <a:extLst>
                <a:ext uri="{FF2B5EF4-FFF2-40B4-BE49-F238E27FC236}">
                  <a16:creationId xmlns:a16="http://schemas.microsoft.com/office/drawing/2014/main" id="{45B8AFE6-D81D-334A-A0DE-108DEC4FE9E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9" name="Rectangle 228">
              <a:extLst>
                <a:ext uri="{FF2B5EF4-FFF2-40B4-BE49-F238E27FC236}">
                  <a16:creationId xmlns:a16="http://schemas.microsoft.com/office/drawing/2014/main" id="{DD7B1247-C4D0-8345-A044-77842C85363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30" name="Group 229">
            <a:extLst>
              <a:ext uri="{FF2B5EF4-FFF2-40B4-BE49-F238E27FC236}">
                <a16:creationId xmlns:a16="http://schemas.microsoft.com/office/drawing/2014/main" id="{4FAF1564-23C7-014C-8813-95E58171A851}"/>
              </a:ext>
            </a:extLst>
          </p:cNvPr>
          <p:cNvGrpSpPr/>
          <p:nvPr userDrawn="1"/>
        </p:nvGrpSpPr>
        <p:grpSpPr>
          <a:xfrm>
            <a:off x="11887200" y="5942808"/>
            <a:ext cx="304800" cy="304800"/>
            <a:chOff x="4748283" y="3386554"/>
            <a:chExt cx="548640" cy="548640"/>
          </a:xfrm>
        </p:grpSpPr>
        <p:sp>
          <p:nvSpPr>
            <p:cNvPr id="231" name="Rectangle 230">
              <a:extLst>
                <a:ext uri="{FF2B5EF4-FFF2-40B4-BE49-F238E27FC236}">
                  <a16:creationId xmlns:a16="http://schemas.microsoft.com/office/drawing/2014/main" id="{3B76C84A-88F8-3C45-A239-5651976DD66D}"/>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2" name="Rectangle 231">
              <a:extLst>
                <a:ext uri="{FF2B5EF4-FFF2-40B4-BE49-F238E27FC236}">
                  <a16:creationId xmlns:a16="http://schemas.microsoft.com/office/drawing/2014/main" id="{845DC494-BE64-A745-8CD0-81E05154723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3" name="Rectangle 232">
              <a:extLst>
                <a:ext uri="{FF2B5EF4-FFF2-40B4-BE49-F238E27FC236}">
                  <a16:creationId xmlns:a16="http://schemas.microsoft.com/office/drawing/2014/main" id="{FBD3DA86-F239-BD49-8C62-C34D450A6C60}"/>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4" name="Rectangle 233">
              <a:extLst>
                <a:ext uri="{FF2B5EF4-FFF2-40B4-BE49-F238E27FC236}">
                  <a16:creationId xmlns:a16="http://schemas.microsoft.com/office/drawing/2014/main" id="{3BCD5E29-B820-2F4C-9158-81957BD5C79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35" name="Group 234">
            <a:extLst>
              <a:ext uri="{FF2B5EF4-FFF2-40B4-BE49-F238E27FC236}">
                <a16:creationId xmlns:a16="http://schemas.microsoft.com/office/drawing/2014/main" id="{BC4339DB-0A78-4D4F-ACC7-B6BCF9BCF895}"/>
              </a:ext>
            </a:extLst>
          </p:cNvPr>
          <p:cNvGrpSpPr/>
          <p:nvPr userDrawn="1"/>
        </p:nvGrpSpPr>
        <p:grpSpPr>
          <a:xfrm>
            <a:off x="5943600" y="5942808"/>
            <a:ext cx="304800" cy="304800"/>
            <a:chOff x="4748283" y="3386554"/>
            <a:chExt cx="548640" cy="548640"/>
          </a:xfrm>
        </p:grpSpPr>
        <p:sp>
          <p:nvSpPr>
            <p:cNvPr id="236" name="Rectangle 235">
              <a:extLst>
                <a:ext uri="{FF2B5EF4-FFF2-40B4-BE49-F238E27FC236}">
                  <a16:creationId xmlns:a16="http://schemas.microsoft.com/office/drawing/2014/main" id="{66EE9A13-5940-B04E-BB5C-B092EBAD5D4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7" name="Rectangle 236">
              <a:extLst>
                <a:ext uri="{FF2B5EF4-FFF2-40B4-BE49-F238E27FC236}">
                  <a16:creationId xmlns:a16="http://schemas.microsoft.com/office/drawing/2014/main" id="{28A2D025-B1E2-ED4E-9B87-D697E3816D5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8" name="Rectangle 237">
              <a:extLst>
                <a:ext uri="{FF2B5EF4-FFF2-40B4-BE49-F238E27FC236}">
                  <a16:creationId xmlns:a16="http://schemas.microsoft.com/office/drawing/2014/main" id="{0391AC68-8EC3-FA49-9143-A349248317D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9" name="Rectangle 238">
              <a:extLst>
                <a:ext uri="{FF2B5EF4-FFF2-40B4-BE49-F238E27FC236}">
                  <a16:creationId xmlns:a16="http://schemas.microsoft.com/office/drawing/2014/main" id="{E3C4D852-4913-CF46-BC3B-94FA8DC3ED68}"/>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40" name="Group 239">
            <a:extLst>
              <a:ext uri="{FF2B5EF4-FFF2-40B4-BE49-F238E27FC236}">
                <a16:creationId xmlns:a16="http://schemas.microsoft.com/office/drawing/2014/main" id="{C1C44CFA-8AE5-7C40-B170-B3FC77FAF595}"/>
              </a:ext>
            </a:extLst>
          </p:cNvPr>
          <p:cNvGrpSpPr/>
          <p:nvPr userDrawn="1"/>
        </p:nvGrpSpPr>
        <p:grpSpPr>
          <a:xfrm>
            <a:off x="0" y="4653504"/>
            <a:ext cx="304800" cy="304800"/>
            <a:chOff x="4748283" y="3386554"/>
            <a:chExt cx="548640" cy="548640"/>
          </a:xfrm>
        </p:grpSpPr>
        <p:sp>
          <p:nvSpPr>
            <p:cNvPr id="241" name="Rectangle 240">
              <a:extLst>
                <a:ext uri="{FF2B5EF4-FFF2-40B4-BE49-F238E27FC236}">
                  <a16:creationId xmlns:a16="http://schemas.microsoft.com/office/drawing/2014/main" id="{31B9B98A-2259-5E45-B29F-3130A3054D8B}"/>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2" name="Rectangle 241">
              <a:extLst>
                <a:ext uri="{FF2B5EF4-FFF2-40B4-BE49-F238E27FC236}">
                  <a16:creationId xmlns:a16="http://schemas.microsoft.com/office/drawing/2014/main" id="{6015B817-B7B4-824C-8B3F-348D0346093A}"/>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3" name="Rectangle 242">
              <a:extLst>
                <a:ext uri="{FF2B5EF4-FFF2-40B4-BE49-F238E27FC236}">
                  <a16:creationId xmlns:a16="http://schemas.microsoft.com/office/drawing/2014/main" id="{D93EDFDC-3D94-CE4B-B39F-A6DDA54EE3D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4" name="Rectangle 243">
              <a:extLst>
                <a:ext uri="{FF2B5EF4-FFF2-40B4-BE49-F238E27FC236}">
                  <a16:creationId xmlns:a16="http://schemas.microsoft.com/office/drawing/2014/main" id="{435ADABB-6E70-3C41-B0FD-DAA5B1F750F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45" name="Group 244">
            <a:extLst>
              <a:ext uri="{FF2B5EF4-FFF2-40B4-BE49-F238E27FC236}">
                <a16:creationId xmlns:a16="http://schemas.microsoft.com/office/drawing/2014/main" id="{3399A56C-B83E-7643-A12B-4EA65A03C522}"/>
              </a:ext>
            </a:extLst>
          </p:cNvPr>
          <p:cNvGrpSpPr/>
          <p:nvPr userDrawn="1"/>
        </p:nvGrpSpPr>
        <p:grpSpPr>
          <a:xfrm>
            <a:off x="11887200" y="4653504"/>
            <a:ext cx="304800" cy="304800"/>
            <a:chOff x="4748283" y="3386554"/>
            <a:chExt cx="548640" cy="548640"/>
          </a:xfrm>
        </p:grpSpPr>
        <p:sp>
          <p:nvSpPr>
            <p:cNvPr id="246" name="Rectangle 245">
              <a:extLst>
                <a:ext uri="{FF2B5EF4-FFF2-40B4-BE49-F238E27FC236}">
                  <a16:creationId xmlns:a16="http://schemas.microsoft.com/office/drawing/2014/main" id="{FB972310-8E11-5640-81BC-CD5D3220113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7" name="Rectangle 246">
              <a:extLst>
                <a:ext uri="{FF2B5EF4-FFF2-40B4-BE49-F238E27FC236}">
                  <a16:creationId xmlns:a16="http://schemas.microsoft.com/office/drawing/2014/main" id="{912CC259-0F2E-E84A-A6A3-85D77CC9D1E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8" name="Rectangle 247">
              <a:extLst>
                <a:ext uri="{FF2B5EF4-FFF2-40B4-BE49-F238E27FC236}">
                  <a16:creationId xmlns:a16="http://schemas.microsoft.com/office/drawing/2014/main" id="{52F77FD8-0431-184A-9695-981B4C5D854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9" name="Rectangle 248">
              <a:extLst>
                <a:ext uri="{FF2B5EF4-FFF2-40B4-BE49-F238E27FC236}">
                  <a16:creationId xmlns:a16="http://schemas.microsoft.com/office/drawing/2014/main" id="{36E6A796-48F0-E043-9031-7E2821EF66B4}"/>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50" name="Group 249">
            <a:extLst>
              <a:ext uri="{FF2B5EF4-FFF2-40B4-BE49-F238E27FC236}">
                <a16:creationId xmlns:a16="http://schemas.microsoft.com/office/drawing/2014/main" id="{3EDF014D-88EC-1F47-AC20-387EE0C92025}"/>
              </a:ext>
            </a:extLst>
          </p:cNvPr>
          <p:cNvGrpSpPr/>
          <p:nvPr userDrawn="1"/>
        </p:nvGrpSpPr>
        <p:grpSpPr>
          <a:xfrm>
            <a:off x="5943600" y="4653504"/>
            <a:ext cx="304800" cy="304800"/>
            <a:chOff x="4748283" y="3386554"/>
            <a:chExt cx="548640" cy="548640"/>
          </a:xfrm>
        </p:grpSpPr>
        <p:sp>
          <p:nvSpPr>
            <p:cNvPr id="251" name="Rectangle 250">
              <a:extLst>
                <a:ext uri="{FF2B5EF4-FFF2-40B4-BE49-F238E27FC236}">
                  <a16:creationId xmlns:a16="http://schemas.microsoft.com/office/drawing/2014/main" id="{A74667D0-5DDF-9A4B-AB47-D1E4277760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2" name="Rectangle 251">
              <a:extLst>
                <a:ext uri="{FF2B5EF4-FFF2-40B4-BE49-F238E27FC236}">
                  <a16:creationId xmlns:a16="http://schemas.microsoft.com/office/drawing/2014/main" id="{6C83533B-6095-FB43-B52C-64A467E82A4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3" name="Rectangle 252">
              <a:extLst>
                <a:ext uri="{FF2B5EF4-FFF2-40B4-BE49-F238E27FC236}">
                  <a16:creationId xmlns:a16="http://schemas.microsoft.com/office/drawing/2014/main" id="{738327B2-A959-BA4B-86DA-0106C58C404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4" name="Rectangle 253">
              <a:extLst>
                <a:ext uri="{FF2B5EF4-FFF2-40B4-BE49-F238E27FC236}">
                  <a16:creationId xmlns:a16="http://schemas.microsoft.com/office/drawing/2014/main" id="{F4E92AB0-7BFA-2746-B207-200F1CAA027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55" name="Group 254">
            <a:extLst>
              <a:ext uri="{FF2B5EF4-FFF2-40B4-BE49-F238E27FC236}">
                <a16:creationId xmlns:a16="http://schemas.microsoft.com/office/drawing/2014/main" id="{5CA4096E-5973-6A47-B708-CE3BB13BB51A}"/>
              </a:ext>
            </a:extLst>
          </p:cNvPr>
          <p:cNvGrpSpPr/>
          <p:nvPr userDrawn="1"/>
        </p:nvGrpSpPr>
        <p:grpSpPr>
          <a:xfrm>
            <a:off x="0" y="5302728"/>
            <a:ext cx="304800" cy="304800"/>
            <a:chOff x="4748283" y="3386554"/>
            <a:chExt cx="548640" cy="548640"/>
          </a:xfrm>
        </p:grpSpPr>
        <p:sp>
          <p:nvSpPr>
            <p:cNvPr id="256" name="Rectangle 255">
              <a:extLst>
                <a:ext uri="{FF2B5EF4-FFF2-40B4-BE49-F238E27FC236}">
                  <a16:creationId xmlns:a16="http://schemas.microsoft.com/office/drawing/2014/main" id="{498E62DC-BC0A-B04A-84CF-17BFBB579E3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7" name="Rectangle 256">
              <a:extLst>
                <a:ext uri="{FF2B5EF4-FFF2-40B4-BE49-F238E27FC236}">
                  <a16:creationId xmlns:a16="http://schemas.microsoft.com/office/drawing/2014/main" id="{89047A1C-E0AC-1847-9DFA-91C54751617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8" name="Rectangle 257">
              <a:extLst>
                <a:ext uri="{FF2B5EF4-FFF2-40B4-BE49-F238E27FC236}">
                  <a16:creationId xmlns:a16="http://schemas.microsoft.com/office/drawing/2014/main" id="{E4618B3D-BC20-364E-B6F2-A86023EA0AE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9" name="Rectangle 258">
              <a:extLst>
                <a:ext uri="{FF2B5EF4-FFF2-40B4-BE49-F238E27FC236}">
                  <a16:creationId xmlns:a16="http://schemas.microsoft.com/office/drawing/2014/main" id="{080F8D48-1993-EE43-AA8A-B844279EE18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60" name="Group 259">
            <a:extLst>
              <a:ext uri="{FF2B5EF4-FFF2-40B4-BE49-F238E27FC236}">
                <a16:creationId xmlns:a16="http://schemas.microsoft.com/office/drawing/2014/main" id="{572295DF-BFD7-2844-ACBC-57AF6670E7FC}"/>
              </a:ext>
            </a:extLst>
          </p:cNvPr>
          <p:cNvGrpSpPr/>
          <p:nvPr userDrawn="1"/>
        </p:nvGrpSpPr>
        <p:grpSpPr>
          <a:xfrm>
            <a:off x="3962399" y="5297033"/>
            <a:ext cx="304800" cy="304800"/>
            <a:chOff x="4748283" y="3386554"/>
            <a:chExt cx="548640" cy="548640"/>
          </a:xfrm>
        </p:grpSpPr>
        <p:sp>
          <p:nvSpPr>
            <p:cNvPr id="261" name="Rectangle 260">
              <a:extLst>
                <a:ext uri="{FF2B5EF4-FFF2-40B4-BE49-F238E27FC236}">
                  <a16:creationId xmlns:a16="http://schemas.microsoft.com/office/drawing/2014/main" id="{9531D9D3-9807-2D41-98AF-C233F2A345C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2" name="Rectangle 261">
              <a:extLst>
                <a:ext uri="{FF2B5EF4-FFF2-40B4-BE49-F238E27FC236}">
                  <a16:creationId xmlns:a16="http://schemas.microsoft.com/office/drawing/2014/main" id="{FF063361-13F3-9743-812C-C457478D9E7E}"/>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3" name="Rectangle 262">
              <a:extLst>
                <a:ext uri="{FF2B5EF4-FFF2-40B4-BE49-F238E27FC236}">
                  <a16:creationId xmlns:a16="http://schemas.microsoft.com/office/drawing/2014/main" id="{F0D5479E-2297-724A-AD87-20AB7317BF5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4" name="Rectangle 263">
              <a:extLst>
                <a:ext uri="{FF2B5EF4-FFF2-40B4-BE49-F238E27FC236}">
                  <a16:creationId xmlns:a16="http://schemas.microsoft.com/office/drawing/2014/main" id="{A39C6D45-EBF9-304D-979C-07284B5D6D9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65" name="Group 264">
            <a:extLst>
              <a:ext uri="{FF2B5EF4-FFF2-40B4-BE49-F238E27FC236}">
                <a16:creationId xmlns:a16="http://schemas.microsoft.com/office/drawing/2014/main" id="{4020775E-E0AB-0642-B4D8-AAEF53F6BDED}"/>
              </a:ext>
            </a:extLst>
          </p:cNvPr>
          <p:cNvGrpSpPr/>
          <p:nvPr userDrawn="1"/>
        </p:nvGrpSpPr>
        <p:grpSpPr>
          <a:xfrm>
            <a:off x="7924800" y="5297033"/>
            <a:ext cx="304800" cy="304800"/>
            <a:chOff x="4748283" y="3386554"/>
            <a:chExt cx="548640" cy="548640"/>
          </a:xfrm>
        </p:grpSpPr>
        <p:sp>
          <p:nvSpPr>
            <p:cNvPr id="266" name="Rectangle 265">
              <a:extLst>
                <a:ext uri="{FF2B5EF4-FFF2-40B4-BE49-F238E27FC236}">
                  <a16:creationId xmlns:a16="http://schemas.microsoft.com/office/drawing/2014/main" id="{34D64D5A-03A1-9E4E-8525-EFCF850C87F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7" name="Rectangle 266">
              <a:extLst>
                <a:ext uri="{FF2B5EF4-FFF2-40B4-BE49-F238E27FC236}">
                  <a16:creationId xmlns:a16="http://schemas.microsoft.com/office/drawing/2014/main" id="{853D0987-81A4-F24F-8C13-13357AE5848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8" name="Rectangle 267">
              <a:extLst>
                <a:ext uri="{FF2B5EF4-FFF2-40B4-BE49-F238E27FC236}">
                  <a16:creationId xmlns:a16="http://schemas.microsoft.com/office/drawing/2014/main" id="{50958379-F8C2-8F40-8180-29E43012C72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9" name="Rectangle 268">
              <a:extLst>
                <a:ext uri="{FF2B5EF4-FFF2-40B4-BE49-F238E27FC236}">
                  <a16:creationId xmlns:a16="http://schemas.microsoft.com/office/drawing/2014/main" id="{A0538587-EC49-2249-956F-027FCD163C3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70" name="Group 269">
            <a:extLst>
              <a:ext uri="{FF2B5EF4-FFF2-40B4-BE49-F238E27FC236}">
                <a16:creationId xmlns:a16="http://schemas.microsoft.com/office/drawing/2014/main" id="{850696AE-914F-7240-B26D-ABE8A6AA6FCC}"/>
              </a:ext>
            </a:extLst>
          </p:cNvPr>
          <p:cNvGrpSpPr/>
          <p:nvPr userDrawn="1"/>
        </p:nvGrpSpPr>
        <p:grpSpPr>
          <a:xfrm>
            <a:off x="11887200" y="5297033"/>
            <a:ext cx="304800" cy="304800"/>
            <a:chOff x="4748283" y="3386554"/>
            <a:chExt cx="548640" cy="548640"/>
          </a:xfrm>
        </p:grpSpPr>
        <p:sp>
          <p:nvSpPr>
            <p:cNvPr id="271" name="Rectangle 270">
              <a:extLst>
                <a:ext uri="{FF2B5EF4-FFF2-40B4-BE49-F238E27FC236}">
                  <a16:creationId xmlns:a16="http://schemas.microsoft.com/office/drawing/2014/main" id="{1B8E2C2E-369C-8D41-ACAD-0950C62A7F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2" name="Rectangle 271">
              <a:extLst>
                <a:ext uri="{FF2B5EF4-FFF2-40B4-BE49-F238E27FC236}">
                  <a16:creationId xmlns:a16="http://schemas.microsoft.com/office/drawing/2014/main" id="{C9B33D44-E58A-4246-9893-47FFB6D6181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3" name="Rectangle 272">
              <a:extLst>
                <a:ext uri="{FF2B5EF4-FFF2-40B4-BE49-F238E27FC236}">
                  <a16:creationId xmlns:a16="http://schemas.microsoft.com/office/drawing/2014/main" id="{6A5A6A88-23E5-DA43-AC87-60030C15C2D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4" name="Rectangle 273">
              <a:extLst>
                <a:ext uri="{FF2B5EF4-FFF2-40B4-BE49-F238E27FC236}">
                  <a16:creationId xmlns:a16="http://schemas.microsoft.com/office/drawing/2014/main" id="{825EC81F-0A84-3B46-87A3-DEBA90A7D29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75" name="Group 274">
            <a:extLst>
              <a:ext uri="{FF2B5EF4-FFF2-40B4-BE49-F238E27FC236}">
                <a16:creationId xmlns:a16="http://schemas.microsoft.com/office/drawing/2014/main" id="{0981C3F5-4084-184F-A7A7-043851635784}"/>
              </a:ext>
            </a:extLst>
          </p:cNvPr>
          <p:cNvGrpSpPr/>
          <p:nvPr userDrawn="1"/>
        </p:nvGrpSpPr>
        <p:grpSpPr>
          <a:xfrm>
            <a:off x="2377440" y="4022568"/>
            <a:ext cx="304800" cy="304800"/>
            <a:chOff x="4748283" y="3386554"/>
            <a:chExt cx="548640" cy="548640"/>
          </a:xfrm>
        </p:grpSpPr>
        <p:sp>
          <p:nvSpPr>
            <p:cNvPr id="276" name="Rectangle 275">
              <a:extLst>
                <a:ext uri="{FF2B5EF4-FFF2-40B4-BE49-F238E27FC236}">
                  <a16:creationId xmlns:a16="http://schemas.microsoft.com/office/drawing/2014/main" id="{16970939-B084-EA40-959C-9BCB17415C2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7" name="Rectangle 276">
              <a:extLst>
                <a:ext uri="{FF2B5EF4-FFF2-40B4-BE49-F238E27FC236}">
                  <a16:creationId xmlns:a16="http://schemas.microsoft.com/office/drawing/2014/main" id="{4563899D-79C0-BB42-9BB5-F0FB724E0A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8" name="Rectangle 277">
              <a:extLst>
                <a:ext uri="{FF2B5EF4-FFF2-40B4-BE49-F238E27FC236}">
                  <a16:creationId xmlns:a16="http://schemas.microsoft.com/office/drawing/2014/main" id="{84B38BD6-26C0-514D-8037-ED779AACAFA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9" name="Rectangle 278">
              <a:extLst>
                <a:ext uri="{FF2B5EF4-FFF2-40B4-BE49-F238E27FC236}">
                  <a16:creationId xmlns:a16="http://schemas.microsoft.com/office/drawing/2014/main" id="{A8D6370A-8137-7F4F-AA30-ECFF43FB1BB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80" name="Group 279">
            <a:extLst>
              <a:ext uri="{FF2B5EF4-FFF2-40B4-BE49-F238E27FC236}">
                <a16:creationId xmlns:a16="http://schemas.microsoft.com/office/drawing/2014/main" id="{B01EF6DD-5F1D-2B43-832A-A93A1408CC38}"/>
              </a:ext>
            </a:extLst>
          </p:cNvPr>
          <p:cNvGrpSpPr/>
          <p:nvPr userDrawn="1"/>
        </p:nvGrpSpPr>
        <p:grpSpPr>
          <a:xfrm>
            <a:off x="4754880" y="4022568"/>
            <a:ext cx="304800" cy="304800"/>
            <a:chOff x="4748283" y="3386554"/>
            <a:chExt cx="548640" cy="548640"/>
          </a:xfrm>
        </p:grpSpPr>
        <p:sp>
          <p:nvSpPr>
            <p:cNvPr id="281" name="Rectangle 280">
              <a:extLst>
                <a:ext uri="{FF2B5EF4-FFF2-40B4-BE49-F238E27FC236}">
                  <a16:creationId xmlns:a16="http://schemas.microsoft.com/office/drawing/2014/main" id="{E3450CDA-3FFE-864E-B8DC-5EA790172A4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2" name="Rectangle 281">
              <a:extLst>
                <a:ext uri="{FF2B5EF4-FFF2-40B4-BE49-F238E27FC236}">
                  <a16:creationId xmlns:a16="http://schemas.microsoft.com/office/drawing/2014/main" id="{BAFA33DA-5652-FC4E-B0BF-E058340B6B8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3" name="Rectangle 282">
              <a:extLst>
                <a:ext uri="{FF2B5EF4-FFF2-40B4-BE49-F238E27FC236}">
                  <a16:creationId xmlns:a16="http://schemas.microsoft.com/office/drawing/2014/main" id="{65304518-B1A6-674E-95CF-C03E4B41C4E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4" name="Rectangle 283">
              <a:extLst>
                <a:ext uri="{FF2B5EF4-FFF2-40B4-BE49-F238E27FC236}">
                  <a16:creationId xmlns:a16="http://schemas.microsoft.com/office/drawing/2014/main" id="{1193FEB8-221F-374A-8DA9-1F6418F6117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85" name="Group 284">
            <a:extLst>
              <a:ext uri="{FF2B5EF4-FFF2-40B4-BE49-F238E27FC236}">
                <a16:creationId xmlns:a16="http://schemas.microsoft.com/office/drawing/2014/main" id="{4C0FF9B2-32A0-7446-B44A-A30E93EBA764}"/>
              </a:ext>
            </a:extLst>
          </p:cNvPr>
          <p:cNvGrpSpPr/>
          <p:nvPr userDrawn="1"/>
        </p:nvGrpSpPr>
        <p:grpSpPr>
          <a:xfrm>
            <a:off x="7132320" y="4022568"/>
            <a:ext cx="304800" cy="304800"/>
            <a:chOff x="4748283" y="3386554"/>
            <a:chExt cx="548640" cy="548640"/>
          </a:xfrm>
        </p:grpSpPr>
        <p:sp>
          <p:nvSpPr>
            <p:cNvPr id="286" name="Rectangle 285">
              <a:extLst>
                <a:ext uri="{FF2B5EF4-FFF2-40B4-BE49-F238E27FC236}">
                  <a16:creationId xmlns:a16="http://schemas.microsoft.com/office/drawing/2014/main" id="{79DDF252-792F-D141-9164-5305CBE3CFE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7" name="Rectangle 286">
              <a:extLst>
                <a:ext uri="{FF2B5EF4-FFF2-40B4-BE49-F238E27FC236}">
                  <a16:creationId xmlns:a16="http://schemas.microsoft.com/office/drawing/2014/main" id="{A05803F2-CE5F-B846-878D-C5A7BCF34EF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8" name="Rectangle 287">
              <a:extLst>
                <a:ext uri="{FF2B5EF4-FFF2-40B4-BE49-F238E27FC236}">
                  <a16:creationId xmlns:a16="http://schemas.microsoft.com/office/drawing/2014/main" id="{570DFCA3-0A0A-7949-91E2-25B051A71FA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9" name="Rectangle 288">
              <a:extLst>
                <a:ext uri="{FF2B5EF4-FFF2-40B4-BE49-F238E27FC236}">
                  <a16:creationId xmlns:a16="http://schemas.microsoft.com/office/drawing/2014/main" id="{2BF2C611-54CD-1D47-BFE3-BE450D6B5F7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90" name="Group 289">
            <a:extLst>
              <a:ext uri="{FF2B5EF4-FFF2-40B4-BE49-F238E27FC236}">
                <a16:creationId xmlns:a16="http://schemas.microsoft.com/office/drawing/2014/main" id="{0FAF98C5-6AD8-7244-ABCC-FF8DBDFC1869}"/>
              </a:ext>
            </a:extLst>
          </p:cNvPr>
          <p:cNvGrpSpPr/>
          <p:nvPr userDrawn="1"/>
        </p:nvGrpSpPr>
        <p:grpSpPr>
          <a:xfrm>
            <a:off x="9509760" y="4022568"/>
            <a:ext cx="304800" cy="304800"/>
            <a:chOff x="4748283" y="3386554"/>
            <a:chExt cx="548640" cy="548640"/>
          </a:xfrm>
        </p:grpSpPr>
        <p:sp>
          <p:nvSpPr>
            <p:cNvPr id="291" name="Rectangle 290">
              <a:extLst>
                <a:ext uri="{FF2B5EF4-FFF2-40B4-BE49-F238E27FC236}">
                  <a16:creationId xmlns:a16="http://schemas.microsoft.com/office/drawing/2014/main" id="{B09B8B01-D074-AA4E-82C0-885DEE388D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2" name="Rectangle 291">
              <a:extLst>
                <a:ext uri="{FF2B5EF4-FFF2-40B4-BE49-F238E27FC236}">
                  <a16:creationId xmlns:a16="http://schemas.microsoft.com/office/drawing/2014/main" id="{F204C474-6963-B54C-A1BC-CFDC1FDC704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3" name="Rectangle 292">
              <a:extLst>
                <a:ext uri="{FF2B5EF4-FFF2-40B4-BE49-F238E27FC236}">
                  <a16:creationId xmlns:a16="http://schemas.microsoft.com/office/drawing/2014/main" id="{A47065FD-73A9-9843-8B94-250376C3FB3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4" name="Rectangle 293">
              <a:extLst>
                <a:ext uri="{FF2B5EF4-FFF2-40B4-BE49-F238E27FC236}">
                  <a16:creationId xmlns:a16="http://schemas.microsoft.com/office/drawing/2014/main" id="{4143DC2B-E40E-A043-A084-B601C1D25F3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95" name="Group 294">
            <a:extLst>
              <a:ext uri="{FF2B5EF4-FFF2-40B4-BE49-F238E27FC236}">
                <a16:creationId xmlns:a16="http://schemas.microsoft.com/office/drawing/2014/main" id="{29E0A699-6AD5-8F46-BD5E-39D99DC9BE89}"/>
              </a:ext>
            </a:extLst>
          </p:cNvPr>
          <p:cNvGrpSpPr/>
          <p:nvPr userDrawn="1"/>
        </p:nvGrpSpPr>
        <p:grpSpPr>
          <a:xfrm>
            <a:off x="2971800" y="4653504"/>
            <a:ext cx="304800" cy="304800"/>
            <a:chOff x="4748283" y="3386554"/>
            <a:chExt cx="548640" cy="548640"/>
          </a:xfrm>
        </p:grpSpPr>
        <p:sp>
          <p:nvSpPr>
            <p:cNvPr id="296" name="Rectangle 295">
              <a:extLst>
                <a:ext uri="{FF2B5EF4-FFF2-40B4-BE49-F238E27FC236}">
                  <a16:creationId xmlns:a16="http://schemas.microsoft.com/office/drawing/2014/main" id="{9FC9E2B0-E09C-7A43-9945-02E44B917C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7" name="Rectangle 296">
              <a:extLst>
                <a:ext uri="{FF2B5EF4-FFF2-40B4-BE49-F238E27FC236}">
                  <a16:creationId xmlns:a16="http://schemas.microsoft.com/office/drawing/2014/main" id="{77E6256A-CE6E-DE4E-A7CD-1C6EF1C31E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8" name="Rectangle 297">
              <a:extLst>
                <a:ext uri="{FF2B5EF4-FFF2-40B4-BE49-F238E27FC236}">
                  <a16:creationId xmlns:a16="http://schemas.microsoft.com/office/drawing/2014/main" id="{E5C93033-80B8-7944-B34C-18221A61793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9" name="Rectangle 298">
              <a:extLst>
                <a:ext uri="{FF2B5EF4-FFF2-40B4-BE49-F238E27FC236}">
                  <a16:creationId xmlns:a16="http://schemas.microsoft.com/office/drawing/2014/main" id="{1DA62BC5-03FF-2C49-8D42-D0AC0B48C9D0}"/>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00" name="Group 299">
            <a:extLst>
              <a:ext uri="{FF2B5EF4-FFF2-40B4-BE49-F238E27FC236}">
                <a16:creationId xmlns:a16="http://schemas.microsoft.com/office/drawing/2014/main" id="{413738E8-2C55-3047-8443-F0A7CD809578}"/>
              </a:ext>
            </a:extLst>
          </p:cNvPr>
          <p:cNvGrpSpPr/>
          <p:nvPr userDrawn="1"/>
        </p:nvGrpSpPr>
        <p:grpSpPr>
          <a:xfrm>
            <a:off x="8915400" y="4653504"/>
            <a:ext cx="304800" cy="304800"/>
            <a:chOff x="4748283" y="3386554"/>
            <a:chExt cx="548640" cy="548640"/>
          </a:xfrm>
        </p:grpSpPr>
        <p:sp>
          <p:nvSpPr>
            <p:cNvPr id="301" name="Rectangle 300">
              <a:extLst>
                <a:ext uri="{FF2B5EF4-FFF2-40B4-BE49-F238E27FC236}">
                  <a16:creationId xmlns:a16="http://schemas.microsoft.com/office/drawing/2014/main" id="{E4BD1A93-3E1B-BB4F-A223-02769F78456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2" name="Rectangle 301">
              <a:extLst>
                <a:ext uri="{FF2B5EF4-FFF2-40B4-BE49-F238E27FC236}">
                  <a16:creationId xmlns:a16="http://schemas.microsoft.com/office/drawing/2014/main" id="{F1BDEAE0-847B-8F47-8827-F9568F8D44AB}"/>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3" name="Rectangle 302">
              <a:extLst>
                <a:ext uri="{FF2B5EF4-FFF2-40B4-BE49-F238E27FC236}">
                  <a16:creationId xmlns:a16="http://schemas.microsoft.com/office/drawing/2014/main" id="{AF8DC815-56D0-AC49-B9C8-FA9335E2EAB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4" name="Rectangle 303">
              <a:extLst>
                <a:ext uri="{FF2B5EF4-FFF2-40B4-BE49-F238E27FC236}">
                  <a16:creationId xmlns:a16="http://schemas.microsoft.com/office/drawing/2014/main" id="{043191BE-FBCB-EB41-AA68-DBA4FFEF936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4264027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093009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087426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530204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1856368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090859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590331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329275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17187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3851" y="1065216"/>
            <a:ext cx="11569700" cy="4833937"/>
          </a:xfrm>
        </p:spPr>
        <p:txBody>
          <a:bodyPr/>
          <a:lstStyle>
            <a:lvl1pPr>
              <a:defRPr/>
            </a:lvl1pPr>
            <a:lvl2pPr>
              <a:defRPr baseline="0"/>
            </a:lvl2pPr>
            <a:lvl3pPr>
              <a:buClr>
                <a:schemeClr val="accent5">
                  <a:lumMod val="75000"/>
                </a:schemeClr>
              </a:buClr>
              <a:defRPr/>
            </a:lvl3pPr>
          </a:lstStyle>
          <a:p>
            <a:pPr lvl="0"/>
            <a:r>
              <a:rPr lang="en-US"/>
              <a:t>First level: Arial 20pt</a:t>
            </a:r>
          </a:p>
          <a:p>
            <a:pPr lvl="1"/>
            <a:r>
              <a:rPr lang="en-US"/>
              <a:t>Second level: Arial 18pt</a:t>
            </a:r>
          </a:p>
          <a:p>
            <a:pPr lvl="2"/>
            <a:r>
              <a:rPr lang="en-US"/>
              <a:t>Third level: Arial 16pt</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117676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251012" y="3890362"/>
            <a:ext cx="8912867"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9662262" y="818784"/>
            <a:ext cx="2529740" cy="6039216"/>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2" y="6553202"/>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304802" y="6553201"/>
            <a:ext cx="57912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348473" y="5268999"/>
            <a:ext cx="7691659" cy="489251"/>
          </a:xfrm>
        </p:spPr>
        <p:txBody>
          <a:bodyPr/>
          <a:lstStyle>
            <a:lvl1pPr marL="0" marR="0" indent="0" algn="l" defTabSz="685783" rtl="0" eaLnBrk="1" fontAlgn="auto" latinLnBrk="0" hangingPunct="1">
              <a:lnSpc>
                <a:spcPct val="120000"/>
              </a:lnSpc>
              <a:spcBef>
                <a:spcPts val="151"/>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783" rtl="0" eaLnBrk="1" fontAlgn="auto" latinLnBrk="0" hangingPunct="1">
              <a:lnSpc>
                <a:spcPct val="120000"/>
              </a:lnSpc>
              <a:spcBef>
                <a:spcPts val="151"/>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8229600" y="6553200"/>
            <a:ext cx="1609725" cy="3048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65965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1" y="304799"/>
            <a:ext cx="9753600" cy="38100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10295372" y="0"/>
            <a:ext cx="1591826" cy="694426"/>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6553200"/>
            <a:ext cx="304799" cy="304799"/>
          </a:xfrm>
          <a:prstGeom prst="rect">
            <a:avLst/>
          </a:prstGeom>
        </p:spPr>
        <p:txBody>
          <a:bodyPr vert="horz" lIns="0" tIns="0" rIns="0" bIns="0" rtlCol="0" anchor="ctr"/>
          <a:lstStyle>
            <a:lvl1pPr algn="ctr">
              <a:defRPr sz="100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304799" y="6553200"/>
            <a:ext cx="7620001" cy="304799"/>
          </a:xfrm>
          <a:prstGeom prst="rect">
            <a:avLst/>
          </a:prstGeom>
        </p:spPr>
        <p:txBody>
          <a:bodyPr vert="horz" lIns="91440" tIns="45720" rIns="91440" bIns="45720" rtlCol="0" anchor="ctr"/>
          <a:lstStyle>
            <a:lvl1pPr algn="l">
              <a:defRPr lang="en-US" sz="800" kern="1200">
                <a:solidFill>
                  <a:schemeClr val="accent5"/>
                </a:solidFill>
                <a:latin typeface="+mn-lt"/>
                <a:ea typeface="+mn-ea"/>
                <a:cs typeface="+mn-cs"/>
              </a:defRPr>
            </a:lvl1pPr>
          </a:lstStyle>
          <a:p>
            <a:r>
              <a:rPr lang="en-US"/>
              <a:t>Proprietary &amp; Confidential</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304800" y="876300"/>
            <a:ext cx="11582398" cy="53006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557523238"/>
      </p:ext>
    </p:extLst>
  </p:cSld>
  <p:clrMap bg1="lt1" tx1="dk1" bg2="lt2" tx2="dk2" accent1="accent1" accent2="accent2" accent3="accent3" accent4="accent4" accent5="accent5" accent6="accent6" hlink="hlink" folHlink="folHlink"/>
  <p:sldLayoutIdLst>
    <p:sldLayoutId id="2147484053" r:id="rId1"/>
    <p:sldLayoutId id="2147484057" r:id="rId2"/>
    <p:sldLayoutId id="2147484058" r:id="rId3"/>
    <p:sldLayoutId id="2147484084" r:id="rId4"/>
    <p:sldLayoutId id="2147484059" r:id="rId5"/>
    <p:sldLayoutId id="2147484060" r:id="rId6"/>
    <p:sldLayoutId id="2147484061" r:id="rId7"/>
    <p:sldLayoutId id="2147484062" r:id="rId8"/>
    <p:sldLayoutId id="2147484069" r:id="rId9"/>
    <p:sldLayoutId id="2147484064" r:id="rId10"/>
    <p:sldLayoutId id="2147484063" r:id="rId11"/>
    <p:sldLayoutId id="2147484065" r:id="rId12"/>
    <p:sldLayoutId id="2147484068" r:id="rId13"/>
    <p:sldLayoutId id="2147484074" r:id="rId14"/>
    <p:sldLayoutId id="2147484075" r:id="rId15"/>
    <p:sldLayoutId id="2147484076" r:id="rId16"/>
    <p:sldLayoutId id="2147484077" r:id="rId17"/>
    <p:sldLayoutId id="2147484078" r:id="rId18"/>
    <p:sldLayoutId id="2147484079" r:id="rId19"/>
    <p:sldLayoutId id="2147484080" r:id="rId20"/>
    <p:sldLayoutId id="2147484081" r:id="rId21"/>
    <p:sldLayoutId id="2147484082" r:id="rId22"/>
    <p:sldLayoutId id="2147484083" r:id="rId23"/>
  </p:sldLayoutIdLst>
  <p:hf hdr="0" ftr="0" dt="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200"/>
        </a:spcBef>
        <a:buClr>
          <a:schemeClr val="tx2"/>
        </a:buClr>
        <a:buSzPct val="100000"/>
        <a:buFont typeface="Arial" panose="020B0604020202020204" pitchFamily="34" charset="0"/>
        <a:buChar char="•"/>
        <a:tabLst/>
        <a:defRPr sz="2000" b="0" kern="1200">
          <a:solidFill>
            <a:schemeClr val="tx1"/>
          </a:solidFill>
          <a:latin typeface="+mn-lt"/>
          <a:ea typeface="+mn-ea"/>
          <a:cs typeface="+mn-cs"/>
        </a:defRPr>
      </a:lvl1pPr>
      <a:lvl2pPr marL="520700" marR="0" indent="-285750" algn="l" defTabSz="914400" rtl="0" eaLnBrk="1" fontAlgn="auto" latinLnBrk="0" hangingPunct="1">
        <a:lnSpc>
          <a:spcPct val="120000"/>
        </a:lnSpc>
        <a:spcBef>
          <a:spcPts val="200"/>
        </a:spcBef>
        <a:spcAft>
          <a:spcPts val="0"/>
        </a:spcAft>
        <a:buClrTx/>
        <a:buSzPct val="76000"/>
        <a:buFont typeface="Arial" panose="020B0604020202020204" pitchFamily="34" charset="0"/>
        <a:buChar char="•"/>
        <a:tabLst/>
        <a:defRPr sz="1800" b="0" kern="1200">
          <a:solidFill>
            <a:schemeClr val="tx1"/>
          </a:solidFill>
          <a:latin typeface="+mn-lt"/>
          <a:ea typeface="+mn-ea"/>
          <a:cs typeface="+mn-cs"/>
        </a:defRPr>
      </a:lvl2pPr>
      <a:lvl3pPr marL="749300" marR="0" indent="-2857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400" b="0" kern="1200">
          <a:solidFill>
            <a:schemeClr val="tx1"/>
          </a:solidFill>
          <a:latin typeface="+mn-lt"/>
          <a:ea typeface="+mn-ea"/>
          <a:cs typeface="+mn-cs"/>
        </a:defRPr>
      </a:lvl3pPr>
      <a:lvl4pPr marL="862013"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200" b="0" kern="1200">
          <a:solidFill>
            <a:schemeClr val="tx1"/>
          </a:solidFill>
          <a:latin typeface="+mn-lt"/>
          <a:ea typeface="+mn-ea"/>
          <a:cs typeface="+mn-cs"/>
        </a:defRPr>
      </a:lvl4pPr>
      <a:lvl5pPr marL="1093787"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7488">
          <p15:clr>
            <a:srgbClr val="F26B43"/>
          </p15:clr>
        </p15:guide>
        <p15:guide id="7" pos="5184">
          <p15:clr>
            <a:srgbClr val="F26B43"/>
          </p15:clr>
        </p15:guide>
        <p15:guide id="8" pos="2496">
          <p15:clr>
            <a:srgbClr val="F26B43"/>
          </p15:clr>
        </p15:guide>
        <p15:guide id="9" pos="192">
          <p15:clr>
            <a:srgbClr val="F26B43"/>
          </p15:clr>
        </p15:guide>
        <p15:guide id="10" pos="2688">
          <p15:clr>
            <a:srgbClr val="F26B43"/>
          </p15:clr>
        </p15:guide>
        <p15:guide id="11" orient="horz" pos="4128">
          <p15:clr>
            <a:srgbClr val="F26B43"/>
          </p15:clr>
        </p15:guide>
        <p15:guide id="12" pos="3840">
          <p15:clr>
            <a:srgbClr val="F26B43"/>
          </p15:clr>
        </p15:guide>
        <p15:guide id="13" pos="4992">
          <p15:clr>
            <a:srgbClr val="F26B43"/>
          </p15:clr>
        </p15:guide>
        <p15:guide id="14" orient="horz" pos="432">
          <p15:clr>
            <a:srgbClr val="F26B43"/>
          </p15:clr>
        </p15:guide>
        <p15:guide id="15" orient="horz" pos="552">
          <p15:clr>
            <a:srgbClr val="F26B43"/>
          </p15:clr>
        </p15:guide>
        <p15:guide id="16" orient="horz" pos="792">
          <p15:clr>
            <a:srgbClr val="F26B43"/>
          </p15:clr>
        </p15:guide>
        <p15:guide id="17" orient="horz" pos="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ubmed.ncbi.nlm.nih.gov/2137897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pubmed.ncbi.nlm.nih.gov/21378979/"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pubmed.ncbi.nlm.nih.gov/21378979/" TargetMode="External"/><Relationship Id="rId2" Type="http://schemas.openxmlformats.org/officeDocument/2006/relationships/hyperlink" Target="https://www.thermofisher.com/us/en/home/life-science/stem-cell-research/induced-pluripotent-stem-cells/pluripotent-stem-cell-detection/primeview-pluritest-compatible-assays-pluripotency-confirmation.html?s_kwcid=AL!3652!3!!p!!o!!pluritest%20assay&amp;ef_id=ddf4f326fae11b09534c90fc279ad98f:G:s&amp;s_kwcid=AL!3652!10!76897169909275!76897214138636&amp;cid=bid_clb_cts_r01_co_cp0000_pjt0000_bid00000_0se_bng_bt_pur_con&amp;msclkid=ddf4f326fae11b09534c90fc279ad98f"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CUBCharacterizationServices@thermofisher.com" TargetMode="Externa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D5145C-CBC2-3BD7-06AD-74CCBF4982D6}"/>
              </a:ext>
            </a:extLst>
          </p:cNvPr>
          <p:cNvSpPr>
            <a:spLocks noGrp="1"/>
          </p:cNvSpPr>
          <p:nvPr>
            <p:ph type="sldNum" sz="quarter" idx="12"/>
          </p:nvPr>
        </p:nvSpPr>
        <p:spPr>
          <a:xfrm>
            <a:off x="1" y="6553200"/>
            <a:ext cx="304799" cy="304799"/>
          </a:xfrm>
        </p:spPr>
        <p:txBody>
          <a:bodyPr/>
          <a:lstStyle/>
          <a:p>
            <a:fld id="{89006F1E-66CD-4A4B-9370-B4A3080F0E6C}" type="slidenum">
              <a:rPr lang="en-US" smtClean="0"/>
              <a:pPr/>
              <a:t>1</a:t>
            </a:fld>
            <a:endParaRPr lang="en-US"/>
          </a:p>
        </p:txBody>
      </p:sp>
      <p:sp>
        <p:nvSpPr>
          <p:cNvPr id="3" name="Title 2">
            <a:extLst>
              <a:ext uri="{FF2B5EF4-FFF2-40B4-BE49-F238E27FC236}">
                <a16:creationId xmlns:a16="http://schemas.microsoft.com/office/drawing/2014/main" id="{721F825F-105B-CCB7-4C4C-3C59F28216E8}"/>
              </a:ext>
            </a:extLst>
          </p:cNvPr>
          <p:cNvSpPr>
            <a:spLocks noGrp="1"/>
          </p:cNvSpPr>
          <p:nvPr>
            <p:ph type="title"/>
          </p:nvPr>
        </p:nvSpPr>
        <p:spPr>
          <a:xfrm>
            <a:off x="304801" y="1726100"/>
            <a:ext cx="5791199" cy="2071868"/>
          </a:xfrm>
        </p:spPr>
        <p:txBody>
          <a:bodyPr/>
          <a:lstStyle/>
          <a:p>
            <a:r>
              <a:rPr lang="en-US" dirty="0" err="1"/>
              <a:t>PluriTest</a:t>
            </a:r>
            <a:r>
              <a:rPr lang="en-US" sz="2800" baseline="30000" dirty="0" err="1"/>
              <a:t>TM</a:t>
            </a:r>
            <a:r>
              <a:rPr lang="en-US" baseline="30000" dirty="0"/>
              <a:t> </a:t>
            </a:r>
            <a:r>
              <a:rPr lang="en-US" dirty="0"/>
              <a:t>Report</a:t>
            </a:r>
          </a:p>
        </p:txBody>
      </p:sp>
      <p:sp>
        <p:nvSpPr>
          <p:cNvPr id="18" name="Text Placeholder 17">
            <a:extLst>
              <a:ext uri="{FF2B5EF4-FFF2-40B4-BE49-F238E27FC236}">
                <a16:creationId xmlns:a16="http://schemas.microsoft.com/office/drawing/2014/main" id="{B6A71FEB-6CBC-B0D9-BAAC-594273B7E65C}"/>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012694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1002B-EB19-3F2F-100D-D53BC7EA05EB}"/>
              </a:ext>
            </a:extLst>
          </p:cNvPr>
          <p:cNvSpPr>
            <a:spLocks noGrp="1"/>
          </p:cNvSpPr>
          <p:nvPr>
            <p:ph type="title"/>
          </p:nvPr>
        </p:nvSpPr>
        <p:spPr>
          <a:xfrm>
            <a:off x="304801" y="304799"/>
            <a:ext cx="9753600" cy="381001"/>
          </a:xfrm>
        </p:spPr>
        <p:txBody>
          <a:bodyPr/>
          <a:lstStyle/>
          <a:p>
            <a:r>
              <a:rPr lang="en-US" b="1" dirty="0">
                <a:solidFill>
                  <a:srgbClr val="FF0000"/>
                </a:solidFill>
              </a:rPr>
              <a:t>Summary of Services</a:t>
            </a:r>
            <a:endParaRPr lang="en-US" dirty="0"/>
          </a:p>
        </p:txBody>
      </p:sp>
      <p:sp>
        <p:nvSpPr>
          <p:cNvPr id="3" name="Slide Number Placeholder 2">
            <a:extLst>
              <a:ext uri="{FF2B5EF4-FFF2-40B4-BE49-F238E27FC236}">
                <a16:creationId xmlns:a16="http://schemas.microsoft.com/office/drawing/2014/main" id="{B9DF99B1-4F17-BC07-06B7-2C77038A1A04}"/>
              </a:ext>
            </a:extLst>
          </p:cNvPr>
          <p:cNvSpPr>
            <a:spLocks noGrp="1"/>
          </p:cNvSpPr>
          <p:nvPr>
            <p:ph type="sldNum" sz="quarter" idx="10"/>
          </p:nvPr>
        </p:nvSpPr>
        <p:spPr>
          <a:xfrm>
            <a:off x="1" y="6553200"/>
            <a:ext cx="304799" cy="304799"/>
          </a:xfrm>
        </p:spPr>
        <p:txBody>
          <a:bodyPr/>
          <a:lstStyle/>
          <a:p>
            <a:fld id="{89006F1E-66CD-4A4B-9370-B4A3080F0E6C}" type="slidenum">
              <a:rPr lang="en-US" smtClean="0"/>
              <a:pPr/>
              <a:t>2</a:t>
            </a:fld>
            <a:endParaRPr lang="en-US"/>
          </a:p>
        </p:txBody>
      </p:sp>
      <p:sp>
        <p:nvSpPr>
          <p:cNvPr id="31" name="Text Placeholder 30">
            <a:extLst>
              <a:ext uri="{FF2B5EF4-FFF2-40B4-BE49-F238E27FC236}">
                <a16:creationId xmlns:a16="http://schemas.microsoft.com/office/drawing/2014/main" id="{64B31451-A983-4F7E-EAB5-3D402A661CF4}"/>
              </a:ext>
            </a:extLst>
          </p:cNvPr>
          <p:cNvSpPr>
            <a:spLocks noGrp="1"/>
          </p:cNvSpPr>
          <p:nvPr>
            <p:ph type="body" sz="quarter" idx="11"/>
          </p:nvPr>
        </p:nvSpPr>
        <p:spPr/>
        <p:txBody>
          <a:bodyPr/>
          <a:lstStyle/>
          <a:p>
            <a:endParaRPr lang="en-US"/>
          </a:p>
        </p:txBody>
      </p:sp>
      <p:sp>
        <p:nvSpPr>
          <p:cNvPr id="32" name="Content Placeholder 4">
            <a:extLst>
              <a:ext uri="{FF2B5EF4-FFF2-40B4-BE49-F238E27FC236}">
                <a16:creationId xmlns:a16="http://schemas.microsoft.com/office/drawing/2014/main" id="{B64B2EBA-FED8-0283-7373-6231BB3DB667}"/>
              </a:ext>
            </a:extLst>
          </p:cNvPr>
          <p:cNvSpPr txBox="1">
            <a:spLocks/>
          </p:cNvSpPr>
          <p:nvPr/>
        </p:nvSpPr>
        <p:spPr>
          <a:xfrm>
            <a:off x="300038" y="1602375"/>
            <a:ext cx="11587162" cy="4833935"/>
          </a:xfrm>
          <a:prstGeom prst="rect">
            <a:avLst/>
          </a:prstGeom>
        </p:spPr>
        <p:txBody>
          <a:bodyPr vert="horz" lIns="0" tIns="0" rIns="0" bIns="0" rtlCol="0">
            <a:normAutofit fontScale="77500" lnSpcReduction="20000"/>
          </a:bodyPr>
          <a:lstStyle>
            <a:lvl1pPr marL="342900" indent="-342900" algn="l" defTabSz="914400" rtl="0" eaLnBrk="1" latinLnBrk="0" hangingPunct="1">
              <a:lnSpc>
                <a:spcPct val="120000"/>
              </a:lnSpc>
              <a:spcBef>
                <a:spcPts val="200"/>
              </a:spcBef>
              <a:buClr>
                <a:schemeClr val="tx2"/>
              </a:buClr>
              <a:buSzPct val="100000"/>
              <a:buFont typeface="Arial" panose="020B0604020202020204" pitchFamily="34" charset="0"/>
              <a:buChar char="•"/>
              <a:tabLst/>
              <a:defRPr sz="2000" b="0" kern="1200">
                <a:solidFill>
                  <a:schemeClr val="tx1"/>
                </a:solidFill>
                <a:latin typeface="+mn-lt"/>
                <a:ea typeface="+mn-ea"/>
                <a:cs typeface="+mn-cs"/>
              </a:defRPr>
            </a:lvl1pPr>
            <a:lvl2pPr marL="520700" marR="0" indent="-285750" algn="l" defTabSz="914400" rtl="0" eaLnBrk="1" fontAlgn="auto" latinLnBrk="0" hangingPunct="1">
              <a:lnSpc>
                <a:spcPct val="120000"/>
              </a:lnSpc>
              <a:spcBef>
                <a:spcPts val="200"/>
              </a:spcBef>
              <a:spcAft>
                <a:spcPts val="0"/>
              </a:spcAft>
              <a:buClrTx/>
              <a:buSzPct val="76000"/>
              <a:buFont typeface="Arial" panose="020B0604020202020204" pitchFamily="34" charset="0"/>
              <a:buChar char="•"/>
              <a:tabLst/>
              <a:defRPr sz="1800" b="0" kern="1200">
                <a:solidFill>
                  <a:schemeClr val="tx1"/>
                </a:solidFill>
                <a:latin typeface="+mn-lt"/>
                <a:ea typeface="+mn-ea"/>
                <a:cs typeface="+mn-cs"/>
              </a:defRPr>
            </a:lvl2pPr>
            <a:lvl3pPr marL="749300" marR="0" indent="-2857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400" b="0" kern="1200">
                <a:solidFill>
                  <a:schemeClr val="tx1"/>
                </a:solidFill>
                <a:latin typeface="+mn-lt"/>
                <a:ea typeface="+mn-ea"/>
                <a:cs typeface="+mn-cs"/>
              </a:defRPr>
            </a:lvl3pPr>
            <a:lvl4pPr marL="862013"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200" b="0" kern="1200">
                <a:solidFill>
                  <a:schemeClr val="tx1"/>
                </a:solidFill>
                <a:latin typeface="+mn-lt"/>
                <a:ea typeface="+mn-ea"/>
                <a:cs typeface="+mn-cs"/>
              </a:defRPr>
            </a:lvl4pPr>
            <a:lvl5pPr marL="1093787"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600" b="1" dirty="0"/>
              <a:t>Service Description:</a:t>
            </a:r>
          </a:p>
          <a:p>
            <a:pPr marL="0" indent="0" algn="just">
              <a:buFont typeface="Arial" panose="020B0604020202020204" pitchFamily="34" charset="0"/>
              <a:buNone/>
            </a:pPr>
            <a:r>
              <a:rPr lang="en-US" sz="1600" dirty="0"/>
              <a:t>The transcriptome of all samples were analyzed and processed in the </a:t>
            </a:r>
            <a:r>
              <a:rPr lang="en-US" sz="1600" dirty="0" err="1"/>
              <a:t>PluriTest</a:t>
            </a:r>
            <a:r>
              <a:rPr lang="en-US" sz="1600" dirty="0"/>
              <a:t>™ algorithm to generate a Pluripotency and Novelty Score</a:t>
            </a:r>
          </a:p>
          <a:p>
            <a:pPr algn="just">
              <a:buClr>
                <a:schemeClr val="tx1"/>
              </a:buClr>
            </a:pPr>
            <a:r>
              <a:rPr lang="en-US" sz="1600" dirty="0"/>
              <a:t>The Pluripotency Score is based on many samples (pluripotent, somatic, and tissues) in the stem cell model matrix which consists of an extensive reference set of &gt;450 cell/tissue types, including 223 </a:t>
            </a:r>
            <a:r>
              <a:rPr lang="en-US" sz="1600" dirty="0" err="1"/>
              <a:t>hESC</a:t>
            </a:r>
            <a:r>
              <a:rPr lang="en-US" sz="1600" dirty="0"/>
              <a:t> lines, 41 iPSC lines, somatic cells, and tissues. Samples with positive pluripotency values are more similar to the pluripotent samples in the model matrix than to all other classes of samples in the matrix.</a:t>
            </a:r>
          </a:p>
          <a:p>
            <a:pPr algn="just">
              <a:buClr>
                <a:schemeClr val="tx1"/>
              </a:buClr>
            </a:pPr>
            <a:r>
              <a:rPr lang="en-US" sz="1600" dirty="0"/>
              <a:t>The Novelty Score is based on well-characterized PSCs in the stem cell model matrix. A low novelty score indicates that the tested sample can be well reconstructed based on existing data from other well-characterized iPSC and ESC lines. A high novelty score indicates that there are patterns in the tested sample that cannot be explained by the existing database of well-characterized, karyotypically normal pluripotent stem cells.</a:t>
            </a:r>
          </a:p>
          <a:p>
            <a:pPr algn="just">
              <a:buClr>
                <a:schemeClr val="tx1"/>
              </a:buClr>
            </a:pPr>
            <a:r>
              <a:rPr lang="en-US" sz="1600" dirty="0"/>
              <a:t>Partially differentiated pluripotent cells, teratocarcinoma cells, or karyotypically abnormal embryonic stem cells may have a high pluripotency score but cannot be reconstructed well with data from well-characterized, normal pluripotent stem cells, and thus are expected to have a high novelty score.</a:t>
            </a:r>
          </a:p>
          <a:p>
            <a:pPr lvl="1" algn="just"/>
            <a:endParaRPr lang="en-US" sz="1400" dirty="0"/>
          </a:p>
          <a:p>
            <a:pPr marL="0" indent="0" algn="just">
              <a:buFont typeface="Arial" panose="020B0604020202020204" pitchFamily="34" charset="0"/>
              <a:buNone/>
            </a:pPr>
            <a:r>
              <a:rPr lang="en-US" sz="1600" b="1" dirty="0"/>
              <a:t>Borderline Results:</a:t>
            </a:r>
          </a:p>
          <a:p>
            <a:pPr algn="just">
              <a:buClr>
                <a:schemeClr val="tx1"/>
              </a:buClr>
            </a:pPr>
            <a:r>
              <a:rPr lang="en-US" sz="1600" dirty="0"/>
              <a:t>Samples that are flagged as borderline rather than pluripotent  is an indication that the tested sample(s) have a molecular signature that is slightly different from the database samples. The database samples are based on a limited number of PSC lines, so it is not entirely unlikely that a sample may differ. Since there are many different ways to reprogram cells, the core pluripotency may be maintained, but there could be molecular or epigenetic differences affecting a portion of the genes. </a:t>
            </a:r>
          </a:p>
          <a:p>
            <a:pPr marL="0" indent="0" algn="just">
              <a:buClr>
                <a:schemeClr val="tx1"/>
              </a:buClr>
              <a:buFont typeface="Arial" panose="020B0604020202020204" pitchFamily="34" charset="0"/>
              <a:buNone/>
            </a:pPr>
            <a:endParaRPr lang="en-US" sz="1600" dirty="0"/>
          </a:p>
          <a:p>
            <a:pPr marL="0" indent="0" algn="just">
              <a:buClr>
                <a:schemeClr val="tx1"/>
              </a:buClr>
              <a:buFont typeface="Arial" panose="020B0604020202020204" pitchFamily="34" charset="0"/>
              <a:buNone/>
            </a:pPr>
            <a:r>
              <a:rPr lang="en-US" sz="1600" b="1" dirty="0"/>
              <a:t>Materials &amp; Methods: </a:t>
            </a:r>
          </a:p>
          <a:p>
            <a:pPr algn="just">
              <a:buClr>
                <a:schemeClr val="tx1"/>
              </a:buClr>
              <a:buFont typeface="+mj-lt"/>
              <a:buAutoNum type="arabicPeriod"/>
            </a:pPr>
            <a:r>
              <a:rPr lang="en-US" sz="1600" dirty="0"/>
              <a:t>RNA Purification:</a:t>
            </a:r>
          </a:p>
          <a:p>
            <a:pPr>
              <a:buClr>
                <a:schemeClr val="tx1"/>
              </a:buClr>
            </a:pPr>
            <a:r>
              <a:rPr lang="en-US" sz="1600" dirty="0"/>
              <a:t>Cells were prepared according to the </a:t>
            </a:r>
            <a:r>
              <a:rPr lang="en-US" sz="1600" dirty="0" err="1"/>
              <a:t>PureLink</a:t>
            </a:r>
            <a:r>
              <a:rPr lang="en-US" sz="1600" dirty="0"/>
              <a:t>™ RNA Mini Kit (Catalog #: 12183025) and quantified using the </a:t>
            </a:r>
            <a:r>
              <a:rPr lang="en-US" sz="1600" dirty="0" err="1"/>
              <a:t>NanoDrop</a:t>
            </a:r>
            <a:r>
              <a:rPr lang="en-US" sz="1600" dirty="0"/>
              <a:t>™</a:t>
            </a:r>
            <a:br>
              <a:rPr lang="en-US" sz="1600" dirty="0"/>
            </a:br>
            <a:endParaRPr lang="en-US" sz="1600" dirty="0"/>
          </a:p>
          <a:p>
            <a:pPr algn="just">
              <a:buClr>
                <a:schemeClr val="tx1"/>
              </a:buClr>
              <a:buFont typeface="+mj-lt"/>
              <a:buAutoNum type="arabicPeriod" startAt="2"/>
            </a:pPr>
            <a:r>
              <a:rPr lang="en-US" sz="1600" dirty="0" err="1"/>
              <a:t>GeneChip</a:t>
            </a:r>
            <a:r>
              <a:rPr lang="en-US" sz="1600" dirty="0"/>
              <a:t>® Preparation:</a:t>
            </a:r>
          </a:p>
          <a:p>
            <a:pPr algn="just">
              <a:buClr>
                <a:schemeClr val="tx1"/>
              </a:buClr>
            </a:pPr>
            <a:r>
              <a:rPr lang="en-US" sz="1600" dirty="0"/>
              <a:t>100 ng total RNA was used to prepare the </a:t>
            </a:r>
            <a:r>
              <a:rPr lang="en-US" sz="1600" dirty="0" err="1"/>
              <a:t>GeneChip</a:t>
            </a:r>
            <a:r>
              <a:rPr lang="en-US" sz="1600" dirty="0"/>
              <a:t>® for the </a:t>
            </a:r>
            <a:r>
              <a:rPr lang="en-US" sz="1600" dirty="0" err="1"/>
              <a:t>PluriTest</a:t>
            </a:r>
            <a:r>
              <a:rPr lang="en-US" sz="1600" dirty="0"/>
              <a:t>™</a:t>
            </a:r>
          </a:p>
        </p:txBody>
      </p:sp>
      <p:sp>
        <p:nvSpPr>
          <p:cNvPr id="6" name="Text Placeholder 43">
            <a:extLst>
              <a:ext uri="{FF2B5EF4-FFF2-40B4-BE49-F238E27FC236}">
                <a16:creationId xmlns:a16="http://schemas.microsoft.com/office/drawing/2014/main" id="{B122A8E8-3EC1-AEF6-FB17-076A7257CD3A}"/>
              </a:ext>
            </a:extLst>
          </p:cNvPr>
          <p:cNvSpPr txBox="1">
            <a:spLocks/>
          </p:cNvSpPr>
          <p:nvPr/>
        </p:nvSpPr>
        <p:spPr>
          <a:xfrm>
            <a:off x="300038" y="779415"/>
            <a:ext cx="11570825" cy="223847"/>
          </a:xfrm>
          <a:prstGeom prst="rect">
            <a:avLst/>
          </a:prstGeom>
        </p:spPr>
        <p:txBody>
          <a:bodyPr vert="horz" lIns="0" tIns="0" rIns="0" bIns="0" rtlCol="0">
            <a:normAutofit/>
          </a:bodyPr>
          <a:lstStyle>
            <a:lvl1pPr marL="0" indent="0" algn="l" defTabSz="914400" rtl="0" eaLnBrk="1" latinLnBrk="0" hangingPunct="1">
              <a:lnSpc>
                <a:spcPct val="120000"/>
              </a:lnSpc>
              <a:spcBef>
                <a:spcPts val="200"/>
              </a:spcBef>
              <a:buClr>
                <a:schemeClr val="tx2"/>
              </a:buClr>
              <a:buSzPct val="100000"/>
              <a:buFont typeface="Arial" panose="020B0604020202020204" pitchFamily="34" charset="0"/>
              <a:buNone/>
              <a:tabLst/>
              <a:defRPr sz="1200" b="0" kern="1200">
                <a:solidFill>
                  <a:schemeClr val="tx1"/>
                </a:solidFill>
                <a:latin typeface="+mn-lt"/>
                <a:ea typeface="+mn-ea"/>
                <a:cs typeface="+mn-cs"/>
              </a:defRPr>
            </a:lvl1pPr>
            <a:lvl2pPr marL="520700" marR="0" indent="-285750" algn="l" defTabSz="914400" rtl="0" eaLnBrk="1" fontAlgn="auto" latinLnBrk="0" hangingPunct="1">
              <a:lnSpc>
                <a:spcPct val="120000"/>
              </a:lnSpc>
              <a:spcBef>
                <a:spcPts val="200"/>
              </a:spcBef>
              <a:spcAft>
                <a:spcPts val="0"/>
              </a:spcAft>
              <a:buClrTx/>
              <a:buSzPct val="76000"/>
              <a:buFont typeface="Arial" panose="020B0604020202020204" pitchFamily="34" charset="0"/>
              <a:buChar char="•"/>
              <a:tabLst/>
              <a:defRPr sz="1800" b="0" kern="1200">
                <a:solidFill>
                  <a:schemeClr val="tx1"/>
                </a:solidFill>
                <a:latin typeface="+mn-lt"/>
                <a:ea typeface="+mn-ea"/>
                <a:cs typeface="+mn-cs"/>
              </a:defRPr>
            </a:lvl2pPr>
            <a:lvl3pPr marL="749300" marR="0" indent="-2857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400" b="0" kern="1200">
                <a:solidFill>
                  <a:schemeClr val="tx1"/>
                </a:solidFill>
                <a:latin typeface="+mn-lt"/>
                <a:ea typeface="+mn-ea"/>
                <a:cs typeface="+mn-cs"/>
              </a:defRPr>
            </a:lvl3pPr>
            <a:lvl4pPr marL="862013"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200" b="0" kern="1200">
                <a:solidFill>
                  <a:schemeClr val="tx1"/>
                </a:solidFill>
                <a:latin typeface="+mn-lt"/>
                <a:ea typeface="+mn-ea"/>
                <a:cs typeface="+mn-cs"/>
              </a:defRPr>
            </a:lvl4pPr>
            <a:lvl5pPr marL="1093787"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Project Summary:</a:t>
            </a:r>
          </a:p>
        </p:txBody>
      </p:sp>
    </p:spTree>
    <p:extLst>
      <p:ext uri="{BB962C8B-B14F-4D97-AF65-F5344CB8AC3E}">
        <p14:creationId xmlns:p14="http://schemas.microsoft.com/office/powerpoint/2010/main" val="2552936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51A9-C231-6108-0C09-BBDE011BDFFB}"/>
              </a:ext>
            </a:extLst>
          </p:cNvPr>
          <p:cNvSpPr>
            <a:spLocks noGrp="1"/>
          </p:cNvSpPr>
          <p:nvPr>
            <p:ph type="title"/>
          </p:nvPr>
        </p:nvSpPr>
        <p:spPr>
          <a:xfrm>
            <a:off x="304801" y="304799"/>
            <a:ext cx="9753600" cy="381001"/>
          </a:xfrm>
        </p:spPr>
        <p:txBody>
          <a:bodyPr/>
          <a:lstStyle/>
          <a:p>
            <a:r>
              <a:rPr lang="en-US" b="1" dirty="0" err="1">
                <a:solidFill>
                  <a:srgbClr val="FF0000"/>
                </a:solidFill>
              </a:rPr>
              <a:t>PluriTest</a:t>
            </a:r>
            <a:r>
              <a:rPr lang="en-US" b="1" baseline="30000" dirty="0" err="1">
                <a:solidFill>
                  <a:srgbClr val="FF0000"/>
                </a:solidFill>
              </a:rPr>
              <a:t>TM</a:t>
            </a:r>
            <a:r>
              <a:rPr lang="en-US" b="1" dirty="0">
                <a:solidFill>
                  <a:srgbClr val="FF0000"/>
                </a:solidFill>
              </a:rPr>
              <a:t> Results</a:t>
            </a:r>
            <a:endParaRPr lang="en-US" dirty="0"/>
          </a:p>
        </p:txBody>
      </p:sp>
      <p:sp>
        <p:nvSpPr>
          <p:cNvPr id="3" name="Slide Number Placeholder 2">
            <a:extLst>
              <a:ext uri="{FF2B5EF4-FFF2-40B4-BE49-F238E27FC236}">
                <a16:creationId xmlns:a16="http://schemas.microsoft.com/office/drawing/2014/main" id="{E75EA358-6268-AB90-7446-AEE83AEDFAC9}"/>
              </a:ext>
            </a:extLst>
          </p:cNvPr>
          <p:cNvSpPr>
            <a:spLocks noGrp="1"/>
          </p:cNvSpPr>
          <p:nvPr>
            <p:ph type="sldNum" sz="quarter" idx="10"/>
          </p:nvPr>
        </p:nvSpPr>
        <p:spPr>
          <a:xfrm>
            <a:off x="1" y="6553200"/>
            <a:ext cx="304799" cy="304799"/>
          </a:xfrm>
        </p:spPr>
        <p:txBody>
          <a:bodyPr/>
          <a:lstStyle/>
          <a:p>
            <a:fld id="{89006F1E-66CD-4A4B-9370-B4A3080F0E6C}" type="slidenum">
              <a:rPr lang="en-US" smtClean="0"/>
              <a:pPr/>
              <a:t>3</a:t>
            </a:fld>
            <a:endParaRPr lang="en-US"/>
          </a:p>
        </p:txBody>
      </p:sp>
      <p:sp>
        <p:nvSpPr>
          <p:cNvPr id="6" name="Content Placeholder 5">
            <a:extLst>
              <a:ext uri="{FF2B5EF4-FFF2-40B4-BE49-F238E27FC236}">
                <a16:creationId xmlns:a16="http://schemas.microsoft.com/office/drawing/2014/main" id="{3513B27D-3580-00B7-4ECD-388033BB647E}"/>
              </a:ext>
            </a:extLst>
          </p:cNvPr>
          <p:cNvSpPr>
            <a:spLocks noGrp="1"/>
          </p:cNvSpPr>
          <p:nvPr>
            <p:ph sz="quarter" idx="14"/>
          </p:nvPr>
        </p:nvSpPr>
        <p:spPr>
          <a:xfrm>
            <a:off x="300038" y="961918"/>
            <a:ext cx="6377462" cy="540311"/>
          </a:xfrm>
        </p:spPr>
        <p:txBody>
          <a:bodyPr/>
          <a:lstStyle/>
          <a:p>
            <a:endParaRPr lang="en-US" dirty="0"/>
          </a:p>
        </p:txBody>
      </p:sp>
      <p:sp>
        <p:nvSpPr>
          <p:cNvPr id="7" name="Picture Placeholder 6">
            <a:extLst>
              <a:ext uri="{FF2B5EF4-FFF2-40B4-BE49-F238E27FC236}">
                <a16:creationId xmlns:a16="http://schemas.microsoft.com/office/drawing/2014/main" id="{0CC7E623-9C52-B2CE-5F35-5255D88F2CAE}"/>
              </a:ext>
            </a:extLst>
          </p:cNvPr>
          <p:cNvSpPr>
            <a:spLocks noGrp="1"/>
          </p:cNvSpPr>
          <p:nvPr>
            <p:ph type="pic" sz="quarter" idx="16"/>
          </p:nvPr>
        </p:nvSpPr>
        <p:spPr/>
        <p:txBody>
          <a:bodyPr/>
          <a:lstStyle/>
          <a:p>
            <a:endParaRPr lang="en-US"/>
          </a:p>
        </p:txBody>
      </p:sp>
      <p:sp>
        <p:nvSpPr>
          <p:cNvPr id="8" name="Table Placeholder 7">
            <a:extLst>
              <a:ext uri="{FF2B5EF4-FFF2-40B4-BE49-F238E27FC236}">
                <a16:creationId xmlns:a16="http://schemas.microsoft.com/office/drawing/2014/main" id="{F78F46B7-E318-48F5-BF8B-FDE4468D004B}"/>
              </a:ext>
            </a:extLst>
          </p:cNvPr>
          <p:cNvSpPr>
            <a:spLocks noGrp="1"/>
          </p:cNvSpPr>
          <p:nvPr>
            <p:ph type="tbl" sz="quarter" idx="17"/>
          </p:nvPr>
        </p:nvSpPr>
        <p:spPr>
          <a:xfrm>
            <a:off x="457200" y="1778348"/>
            <a:ext cx="5469037" cy="2935166"/>
          </a:xfrm>
        </p:spPr>
        <p:txBody>
          <a:bodyPr/>
          <a:lstStyle/>
          <a:p>
            <a:endParaRPr lang="en-US"/>
          </a:p>
        </p:txBody>
      </p:sp>
    </p:spTree>
    <p:extLst>
      <p:ext uri="{BB962C8B-B14F-4D97-AF65-F5344CB8AC3E}">
        <p14:creationId xmlns:p14="http://schemas.microsoft.com/office/powerpoint/2010/main" val="1123485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A721B8-55E4-41F7-9FD5-D3C1D063C201}"/>
              </a:ext>
            </a:extLst>
          </p:cNvPr>
          <p:cNvSpPr>
            <a:spLocks noGrp="1"/>
          </p:cNvSpPr>
          <p:nvPr>
            <p:ph type="sldNum" sz="quarter" idx="10"/>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9006F1E-66CD-4A4B-9370-B4A3080F0E6C}" type="slidenum">
              <a:rPr kumimoji="0" lang="en-US" sz="10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Text Placeholder 7">
            <a:extLst>
              <a:ext uri="{FF2B5EF4-FFF2-40B4-BE49-F238E27FC236}">
                <a16:creationId xmlns:a16="http://schemas.microsoft.com/office/drawing/2014/main" id="{3E0E7385-9443-7878-613B-CC348C7C477F}"/>
              </a:ext>
            </a:extLst>
          </p:cNvPr>
          <p:cNvSpPr>
            <a:spLocks noGrp="1"/>
          </p:cNvSpPr>
          <p:nvPr>
            <p:ph type="body" sz="quarter" idx="17"/>
          </p:nvPr>
        </p:nvSpPr>
        <p:spPr/>
        <p:txBody>
          <a:bodyPr>
            <a:normAutofit fontScale="92500" lnSpcReduction="10000"/>
          </a:bodyPr>
          <a:lstStyle/>
          <a:p>
            <a:r>
              <a:rPr lang="en-US"/>
              <a:t>Appendix</a:t>
            </a:r>
          </a:p>
        </p:txBody>
      </p:sp>
      <p:sp>
        <p:nvSpPr>
          <p:cNvPr id="7" name="Footer Placeholder 2">
            <a:extLst>
              <a:ext uri="{FF2B5EF4-FFF2-40B4-BE49-F238E27FC236}">
                <a16:creationId xmlns:a16="http://schemas.microsoft.com/office/drawing/2014/main" id="{218B0C61-72A6-4B2B-955B-AB639A352E7A}"/>
              </a:ext>
            </a:extLst>
          </p:cNvPr>
          <p:cNvSpPr txBox="1">
            <a:spLocks/>
          </p:cNvSpPr>
          <p:nvPr/>
        </p:nvSpPr>
        <p:spPr>
          <a:xfrm>
            <a:off x="304797" y="6248400"/>
            <a:ext cx="7118891" cy="304800"/>
          </a:xfrm>
          <a:prstGeom prst="rect">
            <a:avLst/>
          </a:prstGeom>
        </p:spPr>
        <p:txBody>
          <a:bodyPr vert="horz" lIns="91440" tIns="45720" rIns="91440" bIns="45720" rtlCol="0" anchor="ctr"/>
          <a:lstStyle>
            <a:defPPr>
              <a:defRPr lang="en-US"/>
            </a:defPPr>
            <a:lvl1pPr marL="0" algn="l" defTabSz="457200" rtl="0" eaLnBrk="1" latinLnBrk="0" hangingPunct="1">
              <a:defRPr lang="en-US" sz="8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AEB363EA-1353-21B3-5645-0F43F6D4FC6A}"/>
              </a:ext>
            </a:extLst>
          </p:cNvPr>
          <p:cNvSpPr txBox="1"/>
          <p:nvPr/>
        </p:nvSpPr>
        <p:spPr>
          <a:xfrm>
            <a:off x="2832100" y="4483100"/>
            <a:ext cx="0" cy="0"/>
          </a:xfrm>
          <a:prstGeom prst="rect">
            <a:avLst/>
          </a:prstGeom>
          <a:noFill/>
        </p:spPr>
        <p:txBody>
          <a:bodyPr wrap="none" lIns="0" tIns="0" rIns="0" bIns="0" rtlCol="0">
            <a:normAutofit fontScale="25000" lnSpcReduction="20000"/>
          </a:bodyPr>
          <a:lstStyle/>
          <a:p>
            <a:pPr marL="287338" marR="0" lvl="0" indent="-287338" algn="l" defTabSz="914400" rtl="0" eaLnBrk="1" fontAlgn="auto" latinLnBrk="0" hangingPunct="1">
              <a:lnSpc>
                <a:spcPct val="120000"/>
              </a:lnSpc>
              <a:spcBef>
                <a:spcPts val="200"/>
              </a:spcBef>
              <a:spcAft>
                <a:spcPts val="0"/>
              </a:spcAft>
              <a:buClr>
                <a:srgbClr val="E71315"/>
              </a:buClr>
              <a:buSzPct val="100000"/>
              <a:buFont typeface="Arial" panose="020B0604020202020204" pitchFamily="34" charset="0"/>
              <a:buChar char="•"/>
              <a:tabLst/>
              <a:defRPr/>
            </a:pPr>
            <a:endParaRPr kumimoji="0" lang="en-US" sz="2000" b="0" i="0" u="none" strike="noStrike" kern="1200" cap="none" spc="0" normalizeH="0" baseline="0" noProof="0">
              <a:ln>
                <a:noFill/>
              </a:ln>
              <a:solidFill>
                <a:srgbClr val="222222"/>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33E79954-5B40-8868-40DE-1A1F88090AE1}"/>
              </a:ext>
            </a:extLst>
          </p:cNvPr>
          <p:cNvSpPr txBox="1"/>
          <p:nvPr/>
        </p:nvSpPr>
        <p:spPr>
          <a:xfrm>
            <a:off x="2095500" y="4533900"/>
            <a:ext cx="0" cy="0"/>
          </a:xfrm>
          <a:prstGeom prst="rect">
            <a:avLst/>
          </a:prstGeom>
          <a:noFill/>
        </p:spPr>
        <p:txBody>
          <a:bodyPr wrap="none" lIns="0" tIns="0" rIns="0" bIns="0" rtlCol="0">
            <a:normAutofit fontScale="25000" lnSpcReduction="20000"/>
          </a:bodyPr>
          <a:lstStyle/>
          <a:p>
            <a:pPr marL="287338" marR="0" lvl="0" indent="-287338" algn="l" defTabSz="914400" rtl="0" eaLnBrk="1" fontAlgn="auto" latinLnBrk="0" hangingPunct="1">
              <a:lnSpc>
                <a:spcPct val="120000"/>
              </a:lnSpc>
              <a:spcBef>
                <a:spcPts val="200"/>
              </a:spcBef>
              <a:spcAft>
                <a:spcPts val="0"/>
              </a:spcAft>
              <a:buClr>
                <a:srgbClr val="E71315"/>
              </a:buClr>
              <a:buSzPct val="100000"/>
              <a:buFont typeface="Arial" panose="020B0604020202020204" pitchFamily="34" charset="0"/>
              <a:buChar char="•"/>
              <a:tabLst/>
              <a:defRPr/>
            </a:pPr>
            <a:endParaRPr kumimoji="0" lang="en-US" sz="2000" b="0" i="0" u="none" strike="noStrike" kern="1200" cap="none" spc="0" normalizeH="0" baseline="0" noProof="0">
              <a:ln>
                <a:noFill/>
              </a:ln>
              <a:solidFill>
                <a:srgbClr val="222222"/>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52758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PluriTest</a:t>
            </a:r>
            <a:r>
              <a:rPr lang="en-US" baseline="30000" dirty="0"/>
              <a:t>TM</a:t>
            </a:r>
            <a:r>
              <a:rPr lang="en-US" dirty="0"/>
              <a:t> Results Navigation</a:t>
            </a:r>
            <a:endParaRPr lang="en-US" dirty="0">
              <a:highlight>
                <a:srgbClr val="FFFF00"/>
              </a:highlight>
            </a:endParaRPr>
          </a:p>
        </p:txBody>
      </p:sp>
      <p:sp>
        <p:nvSpPr>
          <p:cNvPr id="9" name="TextBox 8"/>
          <p:cNvSpPr txBox="1"/>
          <p:nvPr/>
        </p:nvSpPr>
        <p:spPr>
          <a:xfrm>
            <a:off x="2960702" y="6383923"/>
            <a:ext cx="623279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222222"/>
                </a:solidFill>
                <a:effectLst/>
                <a:uLnTx/>
                <a:uFillTx/>
                <a:latin typeface="Arial" panose="020B0604020202020204"/>
                <a:ea typeface="+mn-ea"/>
                <a:cs typeface="+mn-cs"/>
              </a:rPr>
              <a:t>Disclaimer: This assay was conducted solely for the listed investigator/institution. The results of this assay are for research use only. </a:t>
            </a:r>
            <a:endParaRPr kumimoji="0" lang="en-US" sz="800" b="0" i="0" u="none" strike="noStrike" kern="1200" cap="none" spc="0" normalizeH="0" baseline="0" noProof="0" dirty="0">
              <a:ln>
                <a:noFill/>
              </a:ln>
              <a:solidFill>
                <a:srgbClr val="222222"/>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22222"/>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386DA8BF-6F8E-97EC-F3CD-E7AA9325480F}"/>
              </a:ext>
            </a:extLst>
          </p:cNvPr>
          <p:cNvSpPr>
            <a:spLocks noGrp="1"/>
          </p:cNvSpPr>
          <p:nvPr>
            <p:ph type="sldNum" sz="quarter" idx="10"/>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9006F1E-66CD-4A4B-9370-B4A3080F0E6C}" type="slidenum">
              <a:rPr kumimoji="0" lang="en-US" sz="1000" b="0" i="0" u="none" strike="noStrike" kern="1200" cap="none" spc="0" normalizeH="0" baseline="0" noProof="0" smtClean="0">
                <a:ln>
                  <a:noFill/>
                </a:ln>
                <a:solidFill>
                  <a:srgbClr val="545859"/>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545859"/>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5B066EBB-040D-B54F-6B88-2FCBE18C5800}"/>
              </a:ext>
            </a:extLst>
          </p:cNvPr>
          <p:cNvSpPr/>
          <p:nvPr/>
        </p:nvSpPr>
        <p:spPr bwMode="auto">
          <a:xfrm>
            <a:off x="6095999" y="919027"/>
            <a:ext cx="5498593" cy="2163094"/>
          </a:xfrm>
          <a:prstGeom prst="rect">
            <a:avLst/>
          </a:prstGeom>
          <a:solidFill>
            <a:schemeClr val="tx2"/>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21920" tIns="60960" rIns="121920" bIns="60960" numCol="1" rtlCol="0" anchor="ctr" anchorCtr="0" compatLnSpc="1">
            <a:prstTxWarp prst="textNoShape">
              <a:avLst/>
            </a:prstTxWarp>
          </a:bodyPr>
          <a:lstStyle/>
          <a:p>
            <a:pPr defTabSz="1219170" eaLnBrk="0" fontAlgn="base" hangingPunct="0">
              <a:spcBef>
                <a:spcPct val="0"/>
              </a:spcBef>
              <a:spcAft>
                <a:spcPts val="600"/>
              </a:spcAft>
              <a:defRPr/>
            </a:pPr>
            <a:r>
              <a:rPr kumimoji="0" lang="en-US" sz="1200" b="0" i="0" u="none" strike="noStrike" kern="1200" cap="none" spc="0" normalizeH="0" baseline="0" noProof="0" dirty="0">
                <a:ln>
                  <a:noFill/>
                </a:ln>
                <a:solidFill>
                  <a:srgbClr val="FFFFFF"/>
                </a:solidFill>
                <a:effectLst/>
                <a:uLnTx/>
                <a:uFillTx/>
                <a:latin typeface="Arial"/>
                <a:cs typeface="Arial"/>
              </a:rPr>
              <a:t>The PluriTest analysis tool confirms pluripotency via two separate scores: pluripotency and novelty. </a:t>
            </a:r>
          </a:p>
          <a:p>
            <a:pPr marL="171450" indent="-171450" defTabSz="1219170" eaLnBrk="0" fontAlgn="base" hangingPunct="0">
              <a:spcBef>
                <a:spcPct val="0"/>
              </a:spcBef>
              <a:spcAft>
                <a:spcPts val="600"/>
              </a:spcAft>
              <a:buFont typeface="Arial" panose="020B0604020202020204" pitchFamily="34" charset="0"/>
              <a:buChar char="•"/>
              <a:defRPr/>
            </a:pPr>
            <a:r>
              <a:rPr kumimoji="0" lang="en-US" sz="1200" b="0" i="0" u="none" strike="noStrike" kern="1200" cap="none" spc="0" normalizeH="0" baseline="0" noProof="0" dirty="0">
                <a:ln>
                  <a:noFill/>
                </a:ln>
                <a:solidFill>
                  <a:srgbClr val="FFFFFF"/>
                </a:solidFill>
                <a:effectLst/>
                <a:uLnTx/>
                <a:uFillTx/>
                <a:latin typeface="Arial"/>
                <a:cs typeface="Arial"/>
              </a:rPr>
              <a:t>The pluripotency score is an indication of how strongly a reference set of pluripotency signatures are expressed in the samples analyzed. </a:t>
            </a:r>
          </a:p>
          <a:p>
            <a:pPr marL="171450" indent="-171450" defTabSz="1219170" eaLnBrk="0" fontAlgn="base" hangingPunct="0">
              <a:spcBef>
                <a:spcPct val="0"/>
              </a:spcBef>
              <a:spcAft>
                <a:spcPts val="600"/>
              </a:spcAft>
              <a:buFont typeface="Arial" panose="020B0604020202020204" pitchFamily="34" charset="0"/>
              <a:buChar char="•"/>
              <a:defRPr/>
            </a:pPr>
            <a:r>
              <a:rPr kumimoji="0" lang="en-US" sz="1200" b="0" i="0" u="none" strike="noStrike" kern="1200" cap="none" spc="0" normalizeH="0" baseline="0" noProof="0" dirty="0">
                <a:ln>
                  <a:noFill/>
                </a:ln>
                <a:solidFill>
                  <a:srgbClr val="FFFFFF"/>
                </a:solidFill>
                <a:effectLst/>
                <a:uLnTx/>
                <a:uFillTx/>
                <a:latin typeface="Arial"/>
                <a:cs typeface="Arial"/>
              </a:rPr>
              <a:t>The novelty score is assigned based on well-characterized pluripotent stem cells</a:t>
            </a:r>
            <a:r>
              <a:rPr lang="en-US" sz="1200" dirty="0">
                <a:solidFill>
                  <a:srgbClr val="FFFFFF"/>
                </a:solidFill>
                <a:latin typeface="Arial"/>
                <a:cs typeface="Arial"/>
              </a:rPr>
              <a:t> in the reference set</a:t>
            </a:r>
            <a:r>
              <a:rPr kumimoji="0" lang="en-US" sz="1200" b="0" i="0" u="none" strike="noStrike" kern="1200" cap="none" spc="0" normalizeH="0" baseline="0" noProof="0" dirty="0">
                <a:ln>
                  <a:noFill/>
                </a:ln>
                <a:solidFill>
                  <a:srgbClr val="FFFFFF"/>
                </a:solidFill>
                <a:effectLst/>
                <a:uLnTx/>
                <a:uFillTx/>
                <a:latin typeface="Arial"/>
                <a:cs typeface="Arial"/>
              </a:rPr>
              <a:t> and indicates the general model fit for a given sample. </a:t>
            </a:r>
          </a:p>
          <a:p>
            <a:pPr defTabSz="1219170" eaLnBrk="0" fontAlgn="base" hangingPunct="0">
              <a:spcBef>
                <a:spcPct val="0"/>
              </a:spcBef>
              <a:spcAft>
                <a:spcPct val="0"/>
              </a:spcAft>
              <a:defRPr/>
            </a:pPr>
            <a:r>
              <a:rPr kumimoji="0" lang="en-US" sz="1200" b="0" i="0" u="none" strike="noStrike" kern="1200" cap="none" spc="0" normalizeH="0" baseline="0" noProof="0" dirty="0">
                <a:ln>
                  <a:noFill/>
                </a:ln>
                <a:solidFill>
                  <a:srgbClr val="FFFFFF"/>
                </a:solidFill>
                <a:effectLst/>
                <a:uLnTx/>
                <a:uFillTx/>
                <a:latin typeface="Arial"/>
                <a:cs typeface="Arial"/>
              </a:rPr>
              <a:t>These two scores are combined into a pluripotency plot to indicate the pluripotency of your samples in comparison to the reference cell lines.</a:t>
            </a:r>
          </a:p>
        </p:txBody>
      </p:sp>
      <p:sp>
        <p:nvSpPr>
          <p:cNvPr id="20" name="Rectangle 19">
            <a:extLst>
              <a:ext uri="{FF2B5EF4-FFF2-40B4-BE49-F238E27FC236}">
                <a16:creationId xmlns:a16="http://schemas.microsoft.com/office/drawing/2014/main" id="{2B0AC76C-E8EC-0031-7F40-7D58B2CB1910}"/>
              </a:ext>
            </a:extLst>
          </p:cNvPr>
          <p:cNvSpPr/>
          <p:nvPr/>
        </p:nvSpPr>
        <p:spPr bwMode="auto">
          <a:xfrm>
            <a:off x="7829550" y="4909242"/>
            <a:ext cx="3765040" cy="648732"/>
          </a:xfrm>
          <a:prstGeom prst="rect">
            <a:avLst/>
          </a:prstGeom>
          <a:solidFill>
            <a:schemeClr val="tx2"/>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21920" tIns="60960" rIns="121920" bIns="60960" numCol="1" rtlCol="0" anchor="ctr" anchorCtr="0" compatLnSpc="1">
            <a:prstTxWarp prst="textNoShape">
              <a:avLst/>
            </a:prstTxWarp>
          </a:bodyPr>
          <a:lstStyle/>
          <a:p>
            <a:pPr defTabSz="914400">
              <a:lnSpc>
                <a:spcPct val="120000"/>
              </a:lnSpc>
              <a:spcBef>
                <a:spcPts val="200"/>
              </a:spcBef>
              <a:buClr>
                <a:schemeClr val="tx2"/>
              </a:buClr>
              <a:buSzPct val="100000"/>
            </a:pPr>
            <a:r>
              <a:rPr lang="en-US" sz="1200" dirty="0"/>
              <a:t>A published article on the basis and findings behind the PluriTest Assay can be found </a:t>
            </a:r>
            <a:r>
              <a:rPr lang="en-US" sz="1200" dirty="0">
                <a:hlinkClick r:id="rId2"/>
              </a:rPr>
              <a:t>here</a:t>
            </a:r>
            <a:endParaRPr lang="en-US" sz="1200" dirty="0">
              <a:cs typeface="Arial"/>
            </a:endParaRPr>
          </a:p>
        </p:txBody>
      </p:sp>
      <p:pic>
        <p:nvPicPr>
          <p:cNvPr id="16" name="Picture 15">
            <a:extLst>
              <a:ext uri="{FF2B5EF4-FFF2-40B4-BE49-F238E27FC236}">
                <a16:creationId xmlns:a16="http://schemas.microsoft.com/office/drawing/2014/main" id="{342FDB9C-BBF7-6EC2-1B98-2386CE4510BC}"/>
              </a:ext>
            </a:extLst>
          </p:cNvPr>
          <p:cNvPicPr>
            <a:picLocks noChangeAspect="1"/>
          </p:cNvPicPr>
          <p:nvPr/>
        </p:nvPicPr>
        <p:blipFill>
          <a:blip r:embed="rId3"/>
          <a:stretch>
            <a:fillRect/>
          </a:stretch>
        </p:blipFill>
        <p:spPr>
          <a:xfrm>
            <a:off x="304800" y="761071"/>
            <a:ext cx="4974852" cy="4573739"/>
          </a:xfrm>
          <a:prstGeom prst="rect">
            <a:avLst/>
          </a:prstGeom>
        </p:spPr>
      </p:pic>
      <p:sp>
        <p:nvSpPr>
          <p:cNvPr id="5" name="TextBox 4">
            <a:extLst>
              <a:ext uri="{FF2B5EF4-FFF2-40B4-BE49-F238E27FC236}">
                <a16:creationId xmlns:a16="http://schemas.microsoft.com/office/drawing/2014/main" id="{FF7BD6FF-65A4-2EF4-DEA7-429CEEF4E15E}"/>
              </a:ext>
            </a:extLst>
          </p:cNvPr>
          <p:cNvSpPr txBox="1"/>
          <p:nvPr/>
        </p:nvSpPr>
        <p:spPr>
          <a:xfrm>
            <a:off x="152400" y="5410081"/>
            <a:ext cx="5616605" cy="784830"/>
          </a:xfrm>
          <a:prstGeom prst="rect">
            <a:avLst/>
          </a:prstGeom>
          <a:noFill/>
        </p:spPr>
        <p:txBody>
          <a:bodyPr wrap="square" rtlCol="0">
            <a:spAutoFit/>
          </a:bodyPr>
          <a:lstStyle/>
          <a:p>
            <a:pPr algn="just"/>
            <a:r>
              <a:rPr lang="en-US" sz="900" b="1" dirty="0"/>
              <a:t>Figure 1:</a:t>
            </a:r>
            <a:r>
              <a:rPr lang="en-US" sz="900" dirty="0"/>
              <a:t> </a:t>
            </a:r>
            <a:r>
              <a:rPr lang="en-US" sz="900" b="1" dirty="0"/>
              <a:t>Pluripotency Plot. </a:t>
            </a:r>
            <a:r>
              <a:rPr lang="en-US" sz="900" dirty="0"/>
              <a:t>The pluripotency plot window provides a visual representation of the tested samples in the analysis. The pluripotency and novelty x/y scatter plot combines the pluripotency score on the y-axis with the novelty score on the x-axis. The red and blue background hint to the empirical distribution of the pluripotent (red) and non-pluripotent (blue) samples in the reference data set. A non-iPSC sample was included in this experiment to serve as a negative control representing non-pluripotency.</a:t>
            </a:r>
          </a:p>
        </p:txBody>
      </p:sp>
      <p:sp>
        <p:nvSpPr>
          <p:cNvPr id="6" name="Rectangle 5">
            <a:extLst>
              <a:ext uri="{FF2B5EF4-FFF2-40B4-BE49-F238E27FC236}">
                <a16:creationId xmlns:a16="http://schemas.microsoft.com/office/drawing/2014/main" id="{80F8CFBA-9098-F07E-4A77-72A1B9BF50EA}"/>
              </a:ext>
            </a:extLst>
          </p:cNvPr>
          <p:cNvSpPr/>
          <p:nvPr/>
        </p:nvSpPr>
        <p:spPr bwMode="auto">
          <a:xfrm>
            <a:off x="6095999" y="3266876"/>
            <a:ext cx="5498592" cy="580573"/>
          </a:xfrm>
          <a:prstGeom prst="rect">
            <a:avLst/>
          </a:prstGeom>
          <a:solidFill>
            <a:schemeClr val="tx2"/>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21920" tIns="60960" rIns="121920" bIns="60960" numCol="1" rtlCol="0" anchor="ctr" anchorCtr="0" compatLnSpc="1">
            <a:prstTxWarp prst="textNoShape">
              <a:avLst/>
            </a:prstTxWarp>
          </a:bodyPr>
          <a:lstStyle/>
          <a:p>
            <a:pPr defTabSz="914400">
              <a:lnSpc>
                <a:spcPct val="120000"/>
              </a:lnSpc>
              <a:spcBef>
                <a:spcPts val="200"/>
              </a:spcBef>
              <a:buClr>
                <a:schemeClr val="tx2"/>
              </a:buClr>
              <a:buSzPct val="100000"/>
            </a:pPr>
            <a:r>
              <a:rPr lang="en-US" sz="1300" dirty="0"/>
              <a:t>Pluripotent samples will cluster in the pluripotent reference data set (red cloud). A positive control sample is included. </a:t>
            </a:r>
          </a:p>
        </p:txBody>
      </p:sp>
      <p:sp>
        <p:nvSpPr>
          <p:cNvPr id="7" name="Rectangle 6">
            <a:extLst>
              <a:ext uri="{FF2B5EF4-FFF2-40B4-BE49-F238E27FC236}">
                <a16:creationId xmlns:a16="http://schemas.microsoft.com/office/drawing/2014/main" id="{4550BB0B-7D81-2CB1-49EC-5965D7334B72}"/>
              </a:ext>
            </a:extLst>
          </p:cNvPr>
          <p:cNvSpPr/>
          <p:nvPr/>
        </p:nvSpPr>
        <p:spPr bwMode="auto">
          <a:xfrm>
            <a:off x="6095999" y="4052104"/>
            <a:ext cx="5498591" cy="580573"/>
          </a:xfrm>
          <a:prstGeom prst="rect">
            <a:avLst/>
          </a:prstGeom>
          <a:solidFill>
            <a:schemeClr val="tx2"/>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21920" tIns="60960" rIns="121920" bIns="60960" numCol="1" rtlCol="0" anchor="ctr" anchorCtr="0" compatLnSpc="1">
            <a:prstTxWarp prst="textNoShape">
              <a:avLst/>
            </a:prstTxWarp>
          </a:bodyPr>
          <a:lstStyle/>
          <a:p>
            <a:pPr defTabSz="914400">
              <a:lnSpc>
                <a:spcPct val="120000"/>
              </a:lnSpc>
              <a:spcBef>
                <a:spcPts val="200"/>
              </a:spcBef>
              <a:buClr>
                <a:schemeClr val="tx2"/>
              </a:buClr>
              <a:buSzPct val="100000"/>
            </a:pPr>
            <a:r>
              <a:rPr lang="en-US" sz="1300" dirty="0"/>
              <a:t>Non-Pluripotent  samples will cluster in the non-pluripotent reference data set (blue cloud). A negative control sample is included. </a:t>
            </a:r>
          </a:p>
        </p:txBody>
      </p:sp>
      <p:cxnSp>
        <p:nvCxnSpPr>
          <p:cNvPr id="10" name="Straight Arrow Connector 9">
            <a:extLst>
              <a:ext uri="{FF2B5EF4-FFF2-40B4-BE49-F238E27FC236}">
                <a16:creationId xmlns:a16="http://schemas.microsoft.com/office/drawing/2014/main" id="{1EB9A48B-EC49-92D0-D761-4FEEA7400862}"/>
              </a:ext>
            </a:extLst>
          </p:cNvPr>
          <p:cNvCxnSpPr>
            <a:cxnSpLocks/>
            <a:stCxn id="6" idx="1"/>
          </p:cNvCxnSpPr>
          <p:nvPr/>
        </p:nvCxnSpPr>
        <p:spPr>
          <a:xfrm flipH="1" flipV="1">
            <a:off x="2495550" y="1523190"/>
            <a:ext cx="3600449" cy="2033973"/>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4EC9EE2-76A5-E96E-BA00-E472EB04361A}"/>
              </a:ext>
            </a:extLst>
          </p:cNvPr>
          <p:cNvCxnSpPr>
            <a:cxnSpLocks/>
            <a:stCxn id="7" idx="1"/>
          </p:cNvCxnSpPr>
          <p:nvPr/>
        </p:nvCxnSpPr>
        <p:spPr>
          <a:xfrm flipH="1" flipV="1">
            <a:off x="3952875" y="3190875"/>
            <a:ext cx="2143124" cy="1151516"/>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958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3226-0EED-26A7-E273-B28B494D822A}"/>
              </a:ext>
            </a:extLst>
          </p:cNvPr>
          <p:cNvSpPr>
            <a:spLocks noGrp="1"/>
          </p:cNvSpPr>
          <p:nvPr>
            <p:ph type="title"/>
          </p:nvPr>
        </p:nvSpPr>
        <p:spPr/>
        <p:txBody>
          <a:bodyPr/>
          <a:lstStyle/>
          <a:p>
            <a:r>
              <a:rPr lang="en-US" sz="2500" dirty="0"/>
              <a:t>PluriTest</a:t>
            </a:r>
            <a:r>
              <a:rPr lang="en-US" sz="2500" baseline="30000" dirty="0"/>
              <a:t>TM</a:t>
            </a:r>
            <a:r>
              <a:rPr lang="en-US" sz="2500" dirty="0"/>
              <a:t> Assay Services Frequently Asked Questions (1 of 2)</a:t>
            </a:r>
          </a:p>
        </p:txBody>
      </p:sp>
      <p:sp>
        <p:nvSpPr>
          <p:cNvPr id="3" name="Slide Number Placeholder 2">
            <a:extLst>
              <a:ext uri="{FF2B5EF4-FFF2-40B4-BE49-F238E27FC236}">
                <a16:creationId xmlns:a16="http://schemas.microsoft.com/office/drawing/2014/main" id="{BFC34E60-7385-CAB6-D8B6-0ECF35DCDF56}"/>
              </a:ext>
            </a:extLst>
          </p:cNvPr>
          <p:cNvSpPr>
            <a:spLocks noGrp="1"/>
          </p:cNvSpPr>
          <p:nvPr>
            <p:ph type="sldNum" sz="quarter" idx="10"/>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9006F1E-66CD-4A4B-9370-B4A3080F0E6C}" type="slidenum">
              <a:rPr kumimoji="0" lang="en-US" sz="1000" b="0" i="0" u="none" strike="noStrike" kern="1200" cap="none" spc="0" normalizeH="0" baseline="0" noProof="0" smtClean="0">
                <a:ln>
                  <a:noFill/>
                </a:ln>
                <a:solidFill>
                  <a:srgbClr val="545859"/>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545859"/>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055142AD-6219-F631-56F5-59A5962E0FB7}"/>
              </a:ext>
            </a:extLst>
          </p:cNvPr>
          <p:cNvSpPr>
            <a:spLocks noGrp="1"/>
          </p:cNvSpPr>
          <p:nvPr>
            <p:ph sz="quarter" idx="4294967295"/>
          </p:nvPr>
        </p:nvSpPr>
        <p:spPr>
          <a:xfrm>
            <a:off x="302419" y="1152525"/>
            <a:ext cx="11567026" cy="5400675"/>
          </a:xfrm>
        </p:spPr>
        <p:txBody>
          <a:bodyPr vert="horz" lIns="0" tIns="0" rIns="0" bIns="0" rtlCol="0" anchor="t">
            <a:normAutofit lnSpcReduction="10000"/>
          </a:bodyPr>
          <a:lstStyle/>
          <a:p>
            <a:r>
              <a:rPr lang="en-US" sz="1300" b="1" dirty="0"/>
              <a:t>What is PluriTest Assay and how does it work?</a:t>
            </a:r>
          </a:p>
          <a:p>
            <a:pPr lvl="1">
              <a:lnSpc>
                <a:spcPct val="130000"/>
              </a:lnSpc>
            </a:pPr>
            <a:r>
              <a:rPr lang="en-US" sz="1200" i="1" dirty="0">
                <a:ea typeface="ＭＳ Ｐゴシック"/>
                <a:cs typeface="Arial"/>
              </a:rPr>
              <a:t>The PluriTest™ Assay is an RNA microarray-based assay for pluripotency assessment that provides an alternative to the teratoma assay based on global gene expression data. The </a:t>
            </a:r>
            <a:r>
              <a:rPr lang="en-US" sz="1200" i="1" dirty="0" err="1">
                <a:ea typeface="ＭＳ Ｐゴシック"/>
                <a:cs typeface="Arial"/>
              </a:rPr>
              <a:t>PluriTest</a:t>
            </a:r>
            <a:r>
              <a:rPr lang="en-US" sz="1200" i="1" dirty="0">
                <a:ea typeface="ＭＳ Ｐゴシック"/>
                <a:cs typeface="Arial"/>
              </a:rPr>
              <a:t>™ Analysis bioinformatics tool compares the transcriptional profile of a sample to an extensive reference set of &gt;450 cell/tissues types, including 223 </a:t>
            </a:r>
            <a:r>
              <a:rPr lang="en-US" sz="1200" i="1" dirty="0" err="1">
                <a:ea typeface="ＭＳ Ｐゴシック"/>
                <a:cs typeface="Arial"/>
              </a:rPr>
              <a:t>hESC</a:t>
            </a:r>
            <a:r>
              <a:rPr lang="en-US" sz="1200" i="1" dirty="0">
                <a:ea typeface="ＭＳ Ｐゴシック"/>
                <a:cs typeface="Arial"/>
              </a:rPr>
              <a:t> lines, 41 iPSC lines, somatic cells, and tissues. PluriTest™ Analysis confirms pluripotency marker expression using two separate scores: pluripotency and novelty. The pluripotency score indicates how strongly a model-base pluripotency signature is expressed in the samples analyzed. The novelty score indicates the general model fit for a given sample. See </a:t>
            </a:r>
            <a:r>
              <a:rPr lang="en-US" sz="1200" i="1" dirty="0">
                <a:ea typeface="ＭＳ Ｐゴシック"/>
                <a:cs typeface="Arial"/>
                <a:hlinkClick r:id="rId2"/>
              </a:rPr>
              <a:t>Nat Methods 8:315 (2011)</a:t>
            </a:r>
            <a:r>
              <a:rPr lang="en-US" sz="1200" i="1" dirty="0">
                <a:ea typeface="ＭＳ Ｐゴシック"/>
                <a:cs typeface="Arial"/>
              </a:rPr>
              <a:t> for more information. </a:t>
            </a:r>
          </a:p>
          <a:p>
            <a:pPr marL="234950" lvl="1" indent="0">
              <a:lnSpc>
                <a:spcPct val="130000"/>
              </a:lnSpc>
              <a:buNone/>
            </a:pPr>
            <a:endParaRPr lang="en-US" sz="1067" dirty="0"/>
          </a:p>
          <a:p>
            <a:r>
              <a:rPr lang="en-US" sz="1300" b="1" dirty="0"/>
              <a:t>How many cells are required to run one experiment?</a:t>
            </a:r>
            <a:endParaRPr lang="en-US" sz="1300" b="1" dirty="0">
              <a:cs typeface="Arial"/>
            </a:endParaRPr>
          </a:p>
          <a:p>
            <a:pPr lvl="1">
              <a:lnSpc>
                <a:spcPct val="130000"/>
              </a:lnSpc>
            </a:pPr>
            <a:r>
              <a:rPr lang="en-US" sz="1200" i="1" dirty="0">
                <a:ea typeface="ＭＳ Ｐゴシック"/>
                <a:cs typeface="Arial"/>
              </a:rPr>
              <a:t>We require a cell pellet of at least 2 million cells per sample.</a:t>
            </a:r>
          </a:p>
          <a:p>
            <a:pPr marL="234950" lvl="1" indent="0">
              <a:lnSpc>
                <a:spcPct val="130000"/>
              </a:lnSpc>
              <a:buNone/>
            </a:pPr>
            <a:endParaRPr lang="en-US" sz="1200" i="1" dirty="0">
              <a:ea typeface="ＭＳ Ｐゴシック"/>
              <a:cs typeface="Arial"/>
            </a:endParaRPr>
          </a:p>
          <a:p>
            <a:r>
              <a:rPr lang="en-US" sz="1300" b="1" dirty="0"/>
              <a:t>What if I get a sample that is borderline for pluripotency?</a:t>
            </a:r>
            <a:endParaRPr lang="en-US" sz="1300" b="1" dirty="0">
              <a:cs typeface="Arial"/>
            </a:endParaRPr>
          </a:p>
          <a:p>
            <a:pPr lvl="1">
              <a:lnSpc>
                <a:spcPct val="130000"/>
              </a:lnSpc>
            </a:pPr>
            <a:r>
              <a:rPr lang="en-US" sz="1200" i="1" dirty="0">
                <a:ea typeface="ＭＳ Ｐゴシック"/>
                <a:cs typeface="Arial"/>
              </a:rPr>
              <a:t>Sample(s) that are flagged as borderline rather than pluripotent indicates that the tested sample(s) have a molecular signature that is slightly different from the database samples. The database samples are based on a limited number of PSC lines, so it is not entirely unlikely that a sample may differ. Since there are many different ways to reprogram cells, the core pluripotency may be maintained, but there could be molecular or epigenetic differences affecting gene expression. </a:t>
            </a:r>
          </a:p>
          <a:p>
            <a:pPr marL="234950" lvl="1" indent="0">
              <a:lnSpc>
                <a:spcPct val="130000"/>
              </a:lnSpc>
              <a:buNone/>
            </a:pPr>
            <a:endParaRPr lang="en-US" sz="1200" i="1" dirty="0">
              <a:ea typeface="ＭＳ Ｐゴシック"/>
              <a:cs typeface="Arial"/>
            </a:endParaRPr>
          </a:p>
          <a:p>
            <a:r>
              <a:rPr lang="en-US" sz="1300" b="1" dirty="0"/>
              <a:t>How is my sample categorized as pass, borderline or fail?</a:t>
            </a:r>
            <a:endParaRPr lang="en-US" sz="1300" b="1" dirty="0">
              <a:cs typeface="Arial"/>
            </a:endParaRPr>
          </a:p>
          <a:p>
            <a:pPr lvl="1">
              <a:lnSpc>
                <a:spcPct val="130000"/>
              </a:lnSpc>
            </a:pPr>
            <a:r>
              <a:rPr lang="en-US" sz="1200" i="1" dirty="0">
                <a:ea typeface="ＭＳ Ｐゴシック"/>
                <a:cs typeface="Arial"/>
              </a:rPr>
              <a:t>Using thresholds empirically set based on the reference set, the computed Pluripotency and Novelty scores are used to categorize a sample as ‘pass’, ‘borderline’ and ‘fail’ with respect to pluripotency status</a:t>
            </a:r>
          </a:p>
          <a:p>
            <a:pPr lvl="2">
              <a:lnSpc>
                <a:spcPct val="130000"/>
              </a:lnSpc>
            </a:pPr>
            <a:r>
              <a:rPr lang="en-US" sz="1100" i="1" dirty="0">
                <a:ea typeface="ＭＳ Ｐゴシック"/>
                <a:cs typeface="Arial"/>
              </a:rPr>
              <a:t>We label samples with ‘pass’ if a Pluripotency Score &gt; 20 and a Novelty Score &lt; 1.67 is observed.</a:t>
            </a:r>
          </a:p>
          <a:p>
            <a:pPr lvl="2">
              <a:lnSpc>
                <a:spcPct val="130000"/>
              </a:lnSpc>
            </a:pPr>
            <a:r>
              <a:rPr lang="en-US" sz="1100" i="1" dirty="0">
                <a:ea typeface="ＭＳ Ｐゴシック"/>
                <a:cs typeface="Arial"/>
              </a:rPr>
              <a:t>We label samples with ‘borderline’ if the Pluripotency Score is ≤ 20  and ≥ -10, and a Novelty Score of &lt; 1.67 is observed. These results indicate that a sample may show pluripotent features but should be further evaluated  by qPCR based assays such as ScoreCard  for factors that could explain differences.</a:t>
            </a:r>
          </a:p>
          <a:p>
            <a:pPr lvl="2">
              <a:lnSpc>
                <a:spcPct val="130000"/>
              </a:lnSpc>
            </a:pPr>
            <a:r>
              <a:rPr lang="en-US" sz="1100" i="1" dirty="0">
                <a:ea typeface="ＭＳ Ｐゴシック"/>
                <a:cs typeface="Arial"/>
              </a:rPr>
              <a:t>We label samples with ‘fail’ if the Pluripotency Score is &lt;, and a Novelty Score of &gt; 1.67 is observed. </a:t>
            </a:r>
          </a:p>
        </p:txBody>
      </p:sp>
    </p:spTree>
    <p:extLst>
      <p:ext uri="{BB962C8B-B14F-4D97-AF65-F5344CB8AC3E}">
        <p14:creationId xmlns:p14="http://schemas.microsoft.com/office/powerpoint/2010/main" val="1197247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3226-0EED-26A7-E273-B28B494D822A}"/>
              </a:ext>
            </a:extLst>
          </p:cNvPr>
          <p:cNvSpPr>
            <a:spLocks noGrp="1"/>
          </p:cNvSpPr>
          <p:nvPr>
            <p:ph type="title"/>
          </p:nvPr>
        </p:nvSpPr>
        <p:spPr/>
        <p:txBody>
          <a:bodyPr/>
          <a:lstStyle/>
          <a:p>
            <a:r>
              <a:rPr lang="en-US" sz="2500" dirty="0"/>
              <a:t>PluriTest</a:t>
            </a:r>
            <a:r>
              <a:rPr lang="en-US" sz="2500" baseline="30000" dirty="0"/>
              <a:t>TM</a:t>
            </a:r>
            <a:r>
              <a:rPr lang="en-US" sz="2500" dirty="0"/>
              <a:t> Assay Services Frequently Asked Questions (2 of 2)</a:t>
            </a:r>
          </a:p>
        </p:txBody>
      </p:sp>
      <p:sp>
        <p:nvSpPr>
          <p:cNvPr id="3" name="Slide Number Placeholder 2">
            <a:extLst>
              <a:ext uri="{FF2B5EF4-FFF2-40B4-BE49-F238E27FC236}">
                <a16:creationId xmlns:a16="http://schemas.microsoft.com/office/drawing/2014/main" id="{BFC34E60-7385-CAB6-D8B6-0ECF35DCDF56}"/>
              </a:ext>
            </a:extLst>
          </p:cNvPr>
          <p:cNvSpPr>
            <a:spLocks noGrp="1"/>
          </p:cNvSpPr>
          <p:nvPr>
            <p:ph type="sldNum" sz="quarter" idx="10"/>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9006F1E-66CD-4A4B-9370-B4A3080F0E6C}" type="slidenum">
              <a:rPr kumimoji="0" lang="en-US" sz="1000" b="0" i="0" u="none" strike="noStrike" kern="1200" cap="none" spc="0" normalizeH="0" baseline="0" noProof="0" smtClean="0">
                <a:ln>
                  <a:noFill/>
                </a:ln>
                <a:solidFill>
                  <a:srgbClr val="545859"/>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545859"/>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055142AD-6219-F631-56F5-59A5962E0FB7}"/>
              </a:ext>
            </a:extLst>
          </p:cNvPr>
          <p:cNvSpPr>
            <a:spLocks noGrp="1"/>
          </p:cNvSpPr>
          <p:nvPr>
            <p:ph sz="quarter" idx="4294967295"/>
          </p:nvPr>
        </p:nvSpPr>
        <p:spPr>
          <a:xfrm>
            <a:off x="302418" y="962025"/>
            <a:ext cx="11478249" cy="5591175"/>
          </a:xfrm>
        </p:spPr>
        <p:txBody>
          <a:bodyPr vert="horz" lIns="0" tIns="0" rIns="0" bIns="0" rtlCol="0" anchor="t">
            <a:normAutofit lnSpcReduction="10000"/>
          </a:bodyPr>
          <a:lstStyle/>
          <a:p>
            <a:r>
              <a:rPr lang="en-US" sz="1300" b="1" dirty="0"/>
              <a:t>We have some feeder-dependent iPSC lines that need to be tested for Pluritest. Could we send the cell pellet cultured on feeders or do we need to provide feeder-free samples?</a:t>
            </a:r>
          </a:p>
          <a:p>
            <a:pPr lvl="1">
              <a:lnSpc>
                <a:spcPct val="130000"/>
              </a:lnSpc>
            </a:pPr>
            <a:r>
              <a:rPr lang="en-US" sz="1200" i="1" dirty="0">
                <a:ea typeface="ＭＳ Ｐゴシック"/>
                <a:cs typeface="Arial"/>
              </a:rPr>
              <a:t>The probes on the microarray are for human cells and are theoretically expected to not cross-react with mouse cells and should not affect the Pluritest outcome. Based on internal validations, we have seen that if more than 25% of the cells are MEFs, the </a:t>
            </a:r>
            <a:r>
              <a:rPr lang="en-US" sz="1200" i="1" dirty="0" err="1">
                <a:ea typeface="ＭＳ Ｐゴシック"/>
                <a:cs typeface="Arial"/>
              </a:rPr>
              <a:t>Pluritest</a:t>
            </a:r>
            <a:r>
              <a:rPr lang="en-US" sz="1200" i="1" dirty="0">
                <a:ea typeface="ＭＳ Ｐゴシック"/>
                <a:cs typeface="Arial"/>
              </a:rPr>
              <a:t> assay will fail the sample, and identify it as not pluripotent. We recommend feeder-free cells for most accurate results.</a:t>
            </a:r>
            <a:br>
              <a:rPr lang="en-US" sz="1200" i="1" dirty="0">
                <a:ea typeface="ＭＳ Ｐゴシック"/>
                <a:cs typeface="Arial"/>
              </a:rPr>
            </a:br>
            <a:endParaRPr lang="en-US" sz="1200" i="1" dirty="0">
              <a:ea typeface="ＭＳ Ｐゴシック"/>
              <a:cs typeface="Arial"/>
            </a:endParaRPr>
          </a:p>
          <a:p>
            <a:r>
              <a:rPr lang="en-US" sz="1300" b="1" dirty="0"/>
              <a:t>Can the PluriTest determine whether or not my sample has been contaminated with other cell types?</a:t>
            </a:r>
          </a:p>
          <a:p>
            <a:pPr lvl="1">
              <a:lnSpc>
                <a:spcPct val="130000"/>
              </a:lnSpc>
            </a:pPr>
            <a:r>
              <a:rPr lang="en-US" sz="1200" i="1" dirty="0">
                <a:ea typeface="ＭＳ Ｐゴシック"/>
                <a:cs typeface="Arial"/>
              </a:rPr>
              <a:t>We have artificially mixed in non iPSC mRNA into PSC mRNA and do not see any effect on Pluritest up to 5% of contamination. Higher percentages of contaminating cells cause an increased novelty score and decreased pluripotency score.</a:t>
            </a:r>
          </a:p>
          <a:p>
            <a:pPr marL="234950" lvl="1" indent="0" algn="just">
              <a:lnSpc>
                <a:spcPct val="130000"/>
              </a:lnSpc>
              <a:buNone/>
            </a:pPr>
            <a:endParaRPr lang="en-US" sz="1067" dirty="0"/>
          </a:p>
          <a:p>
            <a:r>
              <a:rPr lang="en-US" sz="1300" b="1" dirty="0"/>
              <a:t>I understand that this is genome wide microarray based. Would you be able to generate comparative gene expression analyses between the different samples (</a:t>
            </a:r>
            <a:r>
              <a:rPr lang="en-US" sz="1300" b="1" dirty="0" err="1"/>
              <a:t>eg.</a:t>
            </a:r>
            <a:r>
              <a:rPr lang="en-US" sz="1300" b="1" dirty="0"/>
              <a:t> correlation plots or heat maps)?</a:t>
            </a:r>
          </a:p>
          <a:p>
            <a:pPr lvl="1">
              <a:lnSpc>
                <a:spcPct val="130000"/>
              </a:lnSpc>
            </a:pPr>
            <a:r>
              <a:rPr lang="en-US" sz="1200" i="1" dirty="0">
                <a:ea typeface="ＭＳ Ｐゴシック"/>
                <a:cs typeface="Arial"/>
              </a:rPr>
              <a:t>We do not provide any additional data analysis beyond Pluritest. We do however provide the raw microarray data that can be used to perform further analysis.</a:t>
            </a:r>
          </a:p>
          <a:p>
            <a:pPr lvl="1" algn="just">
              <a:lnSpc>
                <a:spcPct val="130000"/>
              </a:lnSpc>
            </a:pPr>
            <a:endParaRPr lang="en-US" sz="1200" i="1" dirty="0">
              <a:ea typeface="ＭＳ Ｐゴシック"/>
              <a:cs typeface="Arial"/>
            </a:endParaRPr>
          </a:p>
          <a:p>
            <a:r>
              <a:rPr lang="en-US" sz="1300" b="1" dirty="0"/>
              <a:t>Can you provide the methodology used for PluriTest?</a:t>
            </a:r>
          </a:p>
          <a:p>
            <a:pPr lvl="1">
              <a:lnSpc>
                <a:spcPct val="130000"/>
              </a:lnSpc>
            </a:pPr>
            <a:r>
              <a:rPr lang="en-US" sz="1200" i="1" dirty="0">
                <a:ea typeface="ＭＳ Ｐゴシック"/>
                <a:cs typeface="Arial"/>
              </a:rPr>
              <a:t>The protocol we follow for array preparation can be found here: </a:t>
            </a:r>
            <a:r>
              <a:rPr lang="en-US" sz="1200" i="1" dirty="0">
                <a:ea typeface="ＭＳ Ｐゴシック"/>
                <a:cs typeface="Arial"/>
                <a:hlinkClick r:id="rId2"/>
              </a:rPr>
              <a:t>PluriTest-Compatible PrimeView Assays for Pluripotency Confirmation | Thermo Fisher Scientific - US</a:t>
            </a:r>
            <a:r>
              <a:rPr lang="en-US" sz="1200" i="1" dirty="0">
                <a:ea typeface="ＭＳ Ｐゴシック"/>
                <a:cs typeface="Arial"/>
              </a:rPr>
              <a:t>, at the bottom under the Resources list there should be a “User Guide: </a:t>
            </a:r>
            <a:r>
              <a:rPr lang="en-US" sz="1200" i="1" dirty="0" err="1">
                <a:ea typeface="ＭＳ Ｐゴシック"/>
                <a:cs typeface="Arial"/>
              </a:rPr>
              <a:t>Genechip</a:t>
            </a:r>
            <a:r>
              <a:rPr lang="en-US" sz="1200" i="1" dirty="0">
                <a:ea typeface="ＭＳ Ｐゴシック"/>
                <a:cs typeface="Arial"/>
              </a:rPr>
              <a:t> 3’ IVT”. That’s the protocol that’s followed for the assay and should contain detailed information on the methods. However, we don’t have specific method/version number to supply for the PluriTest protocol.</a:t>
            </a:r>
          </a:p>
          <a:p>
            <a:pPr lvl="1">
              <a:lnSpc>
                <a:spcPct val="130000"/>
              </a:lnSpc>
            </a:pPr>
            <a:r>
              <a:rPr lang="en-US" sz="1200" i="1" dirty="0">
                <a:ea typeface="ＭＳ Ｐゴシック"/>
                <a:cs typeface="Arial"/>
              </a:rPr>
              <a:t>There is also a paper on the PluriTest assay which can be found here: </a:t>
            </a:r>
            <a:r>
              <a:rPr lang="en-US" sz="1200" i="1" dirty="0">
                <a:ea typeface="ＭＳ Ｐゴシック"/>
                <a:cs typeface="Arial"/>
                <a:hlinkClick r:id="rId3"/>
              </a:rPr>
              <a:t>A bioinformatic assay for pluripotency in human cells - PubMed (nih.gov)</a:t>
            </a:r>
            <a:r>
              <a:rPr lang="en-US" sz="1200" i="1" dirty="0">
                <a:ea typeface="ＭＳ Ｐゴシック"/>
                <a:cs typeface="Arial"/>
              </a:rPr>
              <a:t>.</a:t>
            </a:r>
            <a:br>
              <a:rPr lang="en-US" sz="1200" i="1" dirty="0">
                <a:ea typeface="ＭＳ Ｐゴシック"/>
                <a:cs typeface="Arial"/>
              </a:rPr>
            </a:br>
            <a:endParaRPr lang="en-US" sz="1200" i="1" dirty="0">
              <a:ea typeface="ＭＳ Ｐゴシック"/>
              <a:cs typeface="Arial"/>
            </a:endParaRPr>
          </a:p>
          <a:p>
            <a:r>
              <a:rPr lang="en-US" sz="1300" b="1" dirty="0"/>
              <a:t>Can PluriTest detect Naïve Pluripotency?</a:t>
            </a:r>
          </a:p>
          <a:p>
            <a:pPr lvl="1">
              <a:lnSpc>
                <a:spcPct val="130000"/>
              </a:lnSpc>
            </a:pPr>
            <a:r>
              <a:rPr lang="en-US" sz="1200" i="1" dirty="0">
                <a:ea typeface="ＭＳ Ｐゴシック"/>
                <a:cs typeface="Arial"/>
              </a:rPr>
              <a:t>We do not have any data to share with regard to how Naïve Pluripotency would look on the Pluripotency plot, however we were able to find the following key markers of naïve pluripotency within the PluriTest gene expression data: KLF4, TFCP2L1, DPPA3, DPPA5, CD7, F11R</a:t>
            </a:r>
            <a:endParaRPr lang="en-US" sz="1067" dirty="0"/>
          </a:p>
          <a:p>
            <a:pPr marL="0" indent="0" algn="just">
              <a:buNone/>
            </a:pPr>
            <a:endParaRPr lang="en-US" sz="1200" i="1" dirty="0">
              <a:ea typeface="ＭＳ Ｐゴシック"/>
              <a:cs typeface="Arial"/>
            </a:endParaRPr>
          </a:p>
          <a:p>
            <a:pPr marL="234950" lvl="1" indent="0" algn="just">
              <a:lnSpc>
                <a:spcPct val="130000"/>
              </a:lnSpc>
              <a:buNone/>
            </a:pPr>
            <a:endParaRPr lang="en-US" sz="1067" dirty="0"/>
          </a:p>
        </p:txBody>
      </p:sp>
    </p:spTree>
    <p:extLst>
      <p:ext uri="{BB962C8B-B14F-4D97-AF65-F5344CB8AC3E}">
        <p14:creationId xmlns:p14="http://schemas.microsoft.com/office/powerpoint/2010/main" val="128990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A721B8-55E4-41F7-9FD5-D3C1D063C201}"/>
              </a:ext>
            </a:extLst>
          </p:cNvPr>
          <p:cNvSpPr>
            <a:spLocks noGrp="1"/>
          </p:cNvSpPr>
          <p:nvPr>
            <p:ph type="sldNum" sz="quarter" idx="10"/>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9006F1E-66CD-4A4B-9370-B4A3080F0E6C}" type="slidenum">
              <a:rPr kumimoji="0" lang="en-US" sz="10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Content Placeholder 3">
            <a:extLst>
              <a:ext uri="{FF2B5EF4-FFF2-40B4-BE49-F238E27FC236}">
                <a16:creationId xmlns:a16="http://schemas.microsoft.com/office/drawing/2014/main" id="{57E5EDCA-FB7E-47C5-B8AF-94DA66DF19C7}"/>
              </a:ext>
            </a:extLst>
          </p:cNvPr>
          <p:cNvSpPr>
            <a:spLocks noGrp="1"/>
          </p:cNvSpPr>
          <p:nvPr>
            <p:ph sz="quarter" idx="16"/>
          </p:nvPr>
        </p:nvSpPr>
        <p:spPr/>
        <p:txBody>
          <a:bodyPr>
            <a:normAutofit fontScale="77500" lnSpcReduction="20000"/>
          </a:bodyPr>
          <a:lstStyle/>
          <a:p>
            <a:r>
              <a:rPr lang="en-US"/>
              <a:t>Please submit any follow-up questions to </a:t>
            </a:r>
            <a:r>
              <a:rPr lang="en-US">
                <a:hlinkClick r:id="rId2"/>
              </a:rPr>
              <a:t>CUBCharacterizationServices@thermofisher.com</a:t>
            </a:r>
            <a:r>
              <a:rPr lang="en-US"/>
              <a:t> </a:t>
            </a:r>
          </a:p>
        </p:txBody>
      </p:sp>
      <p:sp>
        <p:nvSpPr>
          <p:cNvPr id="7" name="Footer Placeholder 2">
            <a:extLst>
              <a:ext uri="{FF2B5EF4-FFF2-40B4-BE49-F238E27FC236}">
                <a16:creationId xmlns:a16="http://schemas.microsoft.com/office/drawing/2014/main" id="{218B0C61-72A6-4B2B-955B-AB639A352E7A}"/>
              </a:ext>
            </a:extLst>
          </p:cNvPr>
          <p:cNvSpPr txBox="1">
            <a:spLocks/>
          </p:cNvSpPr>
          <p:nvPr/>
        </p:nvSpPr>
        <p:spPr>
          <a:xfrm>
            <a:off x="304797" y="6248400"/>
            <a:ext cx="7118891" cy="304800"/>
          </a:xfrm>
          <a:prstGeom prst="rect">
            <a:avLst/>
          </a:prstGeom>
        </p:spPr>
        <p:txBody>
          <a:bodyPr vert="horz" lIns="91440" tIns="45720" rIns="91440" bIns="45720" rtlCol="0" anchor="ctr"/>
          <a:lstStyle>
            <a:defPPr>
              <a:defRPr lang="en-US"/>
            </a:defPPr>
            <a:lvl1pPr marL="0" algn="l" defTabSz="457200" rtl="0" eaLnBrk="1" latinLnBrk="0" hangingPunct="1">
              <a:defRPr lang="en-US" sz="8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For Research Use Only. Not for use in diagnostic procedures. </a:t>
            </a: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 2023 Thermo Fisher Scientific Inc. All rights reserved. All trademarks are the property of Thermo Fisher Scientific and its subsidiaries unless otherwise specified. OMIM is a trademark of Johns Hopkins University.</a:t>
            </a:r>
            <a:endPar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4488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hermo 1">
  <a:themeElements>
    <a:clrScheme name="Thermo Fisher 2020">
      <a:dk1>
        <a:srgbClr val="222222"/>
      </a:dk1>
      <a:lt1>
        <a:srgbClr val="FFFFFF"/>
      </a:lt1>
      <a:dk2>
        <a:srgbClr val="E71315"/>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Presentation2" id="{0A3AF59E-B783-4B37-B4CA-8AF5E342F910}" vid="{409D2D3A-C389-43EB-946B-D7A0DE524F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022023533E504AA5365F9C8934E95E" ma:contentTypeVersion="18" ma:contentTypeDescription="Create a new document." ma:contentTypeScope="" ma:versionID="db8144da51f83f8fbfd3410dad334f96">
  <xsd:schema xmlns:xsd="http://www.w3.org/2001/XMLSchema" xmlns:xs="http://www.w3.org/2001/XMLSchema" xmlns:p="http://schemas.microsoft.com/office/2006/metadata/properties" xmlns:ns2="6ab66098-ac8a-4957-956f-3a106c294e56" xmlns:ns3="ba5b2baf-7fba-4011-9671-589254511fcc" xmlns:ns4="82600beb-da22-43da-91cd-5f46f97596be" targetNamespace="http://schemas.microsoft.com/office/2006/metadata/properties" ma:root="true" ma:fieldsID="15a854b09131c9cfb302c27ab4023c63" ns2:_="" ns3:_="" ns4:_="">
    <xsd:import namespace="6ab66098-ac8a-4957-956f-3a106c294e56"/>
    <xsd:import namespace="ba5b2baf-7fba-4011-9671-589254511fcc"/>
    <xsd:import namespace="82600beb-da22-43da-91cd-5f46f97596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Notes" minOccurs="0"/>
                <xsd:element ref="ns2:MediaLengthInSeconds" minOccurs="0"/>
                <xsd:element ref="ns2:Notes0"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b66098-ac8a-4957-956f-3a106c294e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Notes" ma:index="20" nillable="true" ma:displayName="Notes" ma:format="Dropdown" ma:internalName="Notes">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Notes0" ma:index="22" nillable="true" ma:displayName="Notes " ma:format="Dropdown" ma:internalName="Notes0">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a5b2baf-7fba-4011-9671-589254511f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2600beb-da22-43da-91cd-5f46f97596b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51b39920-543b-43bd-80d0-f039dc360b88}" ma:internalName="TaxCatchAll" ma:showField="CatchAllData" ma:web="ba5b2baf-7fba-4011-9671-589254511fc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6ab66098-ac8a-4957-956f-3a106c294e56" xsi:nil="true"/>
    <Notes0 xmlns="6ab66098-ac8a-4957-956f-3a106c294e56" xsi:nil="true"/>
    <SharedWithUsers xmlns="ba5b2baf-7fba-4011-9671-589254511fcc">
      <UserInfo>
        <DisplayName>Hernandez, Melissa E.</DisplayName>
        <AccountId>40</AccountId>
        <AccountType/>
      </UserInfo>
      <UserInfo>
        <DisplayName>Willems, Erik</DisplayName>
        <AccountId>19</AccountId>
        <AccountType/>
      </UserInfo>
      <UserInfo>
        <DisplayName>Tieberg, Deborah</DisplayName>
        <AccountId>126</AccountId>
        <AccountType/>
      </UserInfo>
      <UserInfo>
        <DisplayName>Velez, Kevin</DisplayName>
        <AccountId>238</AccountId>
        <AccountType/>
      </UserInfo>
      <UserInfo>
        <DisplayName>Melton, Kirstin K.</DisplayName>
        <AccountId>15</AccountId>
        <AccountType/>
      </UserInfo>
      <UserInfo>
        <DisplayName>Mir, Rateb</DisplayName>
        <AccountId>47</AccountId>
        <AccountType/>
      </UserInfo>
      <UserInfo>
        <DisplayName>Paucar, Andres</DisplayName>
        <AccountId>38</AccountId>
        <AccountType/>
      </UserInfo>
    </SharedWithUsers>
    <lcf76f155ced4ddcb4097134ff3c332f xmlns="6ab66098-ac8a-4957-956f-3a106c294e56">
      <Terms xmlns="http://schemas.microsoft.com/office/infopath/2007/PartnerControls"/>
    </lcf76f155ced4ddcb4097134ff3c332f>
    <TaxCatchAll xmlns="82600beb-da22-43da-91cd-5f46f97596be" xsi:nil="true"/>
  </documentManagement>
</p:properties>
</file>

<file path=customXml/itemProps1.xml><?xml version="1.0" encoding="utf-8"?>
<ds:datastoreItem xmlns:ds="http://schemas.openxmlformats.org/officeDocument/2006/customXml" ds:itemID="{1D8E5FD0-3C89-4917-8A1B-B584DABE156D}">
  <ds:schemaRefs>
    <ds:schemaRef ds:uri="http://schemas.microsoft.com/sharepoint/v3/contenttype/forms"/>
  </ds:schemaRefs>
</ds:datastoreItem>
</file>

<file path=customXml/itemProps2.xml><?xml version="1.0" encoding="utf-8"?>
<ds:datastoreItem xmlns:ds="http://schemas.openxmlformats.org/officeDocument/2006/customXml" ds:itemID="{797F5816-08D3-4731-92C6-FC2774F015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b66098-ac8a-4957-956f-3a106c294e56"/>
    <ds:schemaRef ds:uri="ba5b2baf-7fba-4011-9671-589254511fcc"/>
    <ds:schemaRef ds:uri="82600beb-da22-43da-91cd-5f46f97596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B06BEF-B4F7-4884-BC0B-05374E51E93C}">
  <ds:schemaRefs>
    <ds:schemaRef ds:uri="http://schemas.microsoft.com/office/2006/metadata/properties"/>
    <ds:schemaRef ds:uri="http://schemas.microsoft.com/office/infopath/2007/PartnerControls"/>
    <ds:schemaRef ds:uri="6ab66098-ac8a-4957-956f-3a106c294e56"/>
    <ds:schemaRef ds:uri="ba5b2baf-7fba-4011-9671-589254511fcc"/>
    <ds:schemaRef ds:uri="82600beb-da22-43da-91cd-5f46f97596be"/>
  </ds:schemaRefs>
</ds:datastoreItem>
</file>

<file path=docProps/app.xml><?xml version="1.0" encoding="utf-8"?>
<Properties xmlns="http://schemas.openxmlformats.org/officeDocument/2006/extended-properties" xmlns:vt="http://schemas.openxmlformats.org/officeDocument/2006/docPropsVTypes">
  <Template/>
  <TotalTime>2151</TotalTime>
  <Words>1536</Words>
  <Application>Microsoft Macintosh PowerPoint</Application>
  <PresentationFormat>Widescreen</PresentationFormat>
  <Paragraphs>69</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ＭＳ Ｐゴシック</vt:lpstr>
      <vt:lpstr>ＭＳ Ｐゴシック</vt:lpstr>
      <vt:lpstr>Arial</vt:lpstr>
      <vt:lpstr>Calibri</vt:lpstr>
      <vt:lpstr>1_Thermo 1</vt:lpstr>
      <vt:lpstr>PluriTestTM Report</vt:lpstr>
      <vt:lpstr>Summary of Services</vt:lpstr>
      <vt:lpstr>PluriTestTM Results</vt:lpstr>
      <vt:lpstr>PowerPoint Presentation</vt:lpstr>
      <vt:lpstr>PluriTestTM Results Navigation</vt:lpstr>
      <vt:lpstr>PluriTestTM Assay Services Frequently Asked Questions (1 of 2)</vt:lpstr>
      <vt:lpstr>PluriTestTM Assay Services Frequently Asked Questions (2 of 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Day, Steve H.</dc:creator>
  <cp:lastModifiedBy>Woods, Matthew J.</cp:lastModifiedBy>
  <cp:revision>204</cp:revision>
  <dcterms:created xsi:type="dcterms:W3CDTF">2020-07-14T14:41:16Z</dcterms:created>
  <dcterms:modified xsi:type="dcterms:W3CDTF">2024-07-17T02:17:05Z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0x0101000F022023533E504AA5365F9C8934E95E</vt:lpwstr>
  </property>
  <property fmtid="{D5CDD505-2E9C-101B-9397-08002B2CF9AE}" pid="3" name="MediaServiceImageTags">
    <vt:lpwstr/>
  </property>
</Properties>
</file>